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8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03" r:id="rId13"/>
    <p:sldId id="263" r:id="rId14"/>
    <p:sldId id="305" r:id="rId15"/>
    <p:sldId id="268" r:id="rId16"/>
    <p:sldId id="304" r:id="rId17"/>
    <p:sldId id="306" r:id="rId18"/>
    <p:sldId id="307" r:id="rId19"/>
    <p:sldId id="265" r:id="rId20"/>
    <p:sldId id="309" r:id="rId21"/>
    <p:sldId id="313" r:id="rId22"/>
    <p:sldId id="310" r:id="rId23"/>
    <p:sldId id="311" r:id="rId24"/>
    <p:sldId id="318" r:id="rId25"/>
    <p:sldId id="257" r:id="rId26"/>
    <p:sldId id="314" r:id="rId27"/>
  </p:sldIdLst>
  <p:sldSz cx="9144000" cy="5143500" type="screen16x9"/>
  <p:notesSz cx="6858000" cy="9144000"/>
  <p:embeddedFontLst>
    <p:embeddedFont>
      <p:font typeface="DM Sans" pitchFamily="2" charset="0"/>
      <p:regular r:id="rId29"/>
      <p:bold r:id="rId30"/>
      <p:italic r:id="rId31"/>
      <p:boldItalic r:id="rId32"/>
    </p:embeddedFon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Montserrat" panose="00000500000000000000" pitchFamily="2" charset="0"/>
      <p:regular r:id="rId37"/>
      <p:bold r:id="rId38"/>
      <p:italic r:id="rId39"/>
      <p:boldItalic r:id="rId40"/>
    </p:embeddedFont>
    <p:embeddedFont>
      <p:font typeface="Montserrat ExtraBold" panose="00000900000000000000" pitchFamily="2" charset="0"/>
      <p:bold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31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1.fntdata"/><Relationship Id="rId21" Type="http://schemas.openxmlformats.org/officeDocument/2006/relationships/slide" Target="slides/slide17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3.fntdata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2978776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1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834811" y="1481138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834811" y="2609850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834811" y="3738563"/>
            <a:ext cx="1038225" cy="784225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1554811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1554811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1554835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1554811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1554836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1554835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</a:t>
            </a: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we</a:t>
            </a:r>
            <a:r>
              <a:rPr lang="en-US" sz="2400" b="1" dirty="0">
                <a:solidFill>
                  <a:schemeClr val="tx1"/>
                </a:solidFill>
              </a:rPr>
              <a:t>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628034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397189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1268</TotalTime>
  <Words>1312</Words>
  <Application>Microsoft Office PowerPoint</Application>
  <PresentationFormat>On-screen Show (16:9)</PresentationFormat>
  <Paragraphs>218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Lato</vt:lpstr>
      <vt:lpstr>Arial</vt:lpstr>
      <vt:lpstr>Montserrat ExtraBold</vt:lpstr>
      <vt:lpstr>Montserrat</vt:lpstr>
      <vt:lpstr>DM Sans</vt:lpstr>
      <vt:lpstr>Wingdings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Ghassan Elgendy</cp:lastModifiedBy>
  <cp:revision>51</cp:revision>
  <dcterms:modified xsi:type="dcterms:W3CDTF">2026-02-08T16:19:18Z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