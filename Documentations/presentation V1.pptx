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2"/>
  </p:notesMasterIdLst>
  <p:sldIdLst>
    <p:sldId id="256" r:id="rId5"/>
    <p:sldId id="261" r:id="rId6"/>
    <p:sldId id="259" r:id="rId7"/>
    <p:sldId id="302" r:id="rId8"/>
    <p:sldId id="262" r:id="rId9"/>
    <p:sldId id="303" r:id="rId10"/>
    <p:sldId id="263" r:id="rId11"/>
    <p:sldId id="305" r:id="rId12"/>
    <p:sldId id="268" r:id="rId13"/>
    <p:sldId id="304" r:id="rId14"/>
    <p:sldId id="306" r:id="rId15"/>
    <p:sldId id="307" r:id="rId16"/>
    <p:sldId id="265" r:id="rId17"/>
    <p:sldId id="309" r:id="rId18"/>
    <p:sldId id="310" r:id="rId19"/>
    <p:sldId id="311" r:id="rId20"/>
    <p:sldId id="257" r:id="rId21"/>
  </p:sldIdLst>
  <p:sldSz cx="9144000" cy="5143500" type="screen16x9"/>
  <p:notesSz cx="6858000" cy="9144000"/>
  <p:embeddedFontLst>
    <p:embeddedFont>
      <p:font typeface="DM Sans" panose="020B0604020202020204" charset="0"/>
      <p:regular r:id="rId23"/>
      <p:bold r:id="rId24"/>
      <p:italic r:id="rId25"/>
      <p:boldItalic r:id="rId26"/>
    </p:embeddedFont>
    <p:embeddedFont>
      <p:font typeface="Lato" panose="020F0502020204030203" pitchFamily="34" charset="0"/>
      <p:regular r:id="rId27"/>
      <p:bold r:id="rId28"/>
      <p:italic r:id="rId29"/>
      <p:boldItalic r:id="rId30"/>
    </p:embeddedFont>
    <p:embeddedFont>
      <p:font typeface="Montserrat" panose="00000500000000000000" pitchFamily="2" charset="0"/>
      <p:regular r:id="rId31"/>
      <p:bold r:id="rId32"/>
      <p:italic r:id="rId33"/>
      <p:boldItalic r:id="rId34"/>
    </p:embeddedFont>
    <p:embeddedFont>
      <p:font typeface="Montserrat ExtraBold" panose="00000900000000000000" pitchFamily="2" charset="0"/>
      <p:bold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1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Scheduling Crisis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279088"/>
            <a:ext cx="805062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Reality: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Frequent postponements, uneven rest periods, and fixture congestion.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Trigger: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Started with the 2019 AFCON emergency hosting &amp; COVID-19 suspension.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A "Domino Effect" of delayed starts and compressed seasons that the league hasn't recovered from.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71340"/>
            <a:ext cx="805062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</a:t>
            </a:r>
            <a:r>
              <a:rPr lang="en-US" sz="1800" dirty="0"/>
              <a:t>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3296777" y="1947448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920708" y="195811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56525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CAF Schedules &amp; Travel Buffers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Purpose: </a:t>
            </a:r>
            <a:r>
              <a:rPr lang="en-US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How it Works: </a:t>
            </a:r>
            <a:r>
              <a:rPr lang="en-US" dirty="0"/>
              <a:t>Connects the master calendar to FIFA and CAF lists</a:t>
            </a:r>
            <a:r>
              <a:rPr lang="en-US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Smart Blocking: </a:t>
            </a:r>
            <a:r>
              <a:rPr lang="en-US" dirty="0"/>
              <a:t>Automatically "blocks" league matches during international or continental dates.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254403" y="125843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5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799</TotalTime>
  <Words>779</Words>
  <Application>Microsoft Office PowerPoint</Application>
  <PresentationFormat>On-screen Show (16:9)</PresentationFormat>
  <Paragraphs>127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DM Sans</vt:lpstr>
      <vt:lpstr>Lato</vt:lpstr>
      <vt:lpstr>Arial</vt:lpstr>
      <vt:lpstr>Montserrat ExtraBold</vt:lpstr>
      <vt:lpstr>Montserrat</vt:lpstr>
      <vt:lpstr>Indoor Soccer Club by Slidesgo</vt:lpstr>
      <vt:lpstr>Optimizing the Egyptian Premier League Schedule</vt:lpstr>
      <vt:lpstr>Introduction</vt:lpstr>
      <vt:lpstr>The Scheduling Crisis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Preprocessing</vt:lpstr>
      <vt:lpstr>Conclusion Of Phase I</vt:lpstr>
      <vt:lpstr>Presented by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19</cp:revision>
  <dcterms:modified xsi:type="dcterms:W3CDTF">2026-02-06T13:08:46Z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