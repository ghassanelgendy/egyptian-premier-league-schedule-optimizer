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7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03" r:id="rId13"/>
    <p:sldId id="263" r:id="rId14"/>
    <p:sldId id="305" r:id="rId15"/>
    <p:sldId id="268" r:id="rId16"/>
    <p:sldId id="304" r:id="rId17"/>
    <p:sldId id="306" r:id="rId18"/>
    <p:sldId id="307" r:id="rId19"/>
    <p:sldId id="265" r:id="rId20"/>
    <p:sldId id="309" r:id="rId21"/>
    <p:sldId id="313" r:id="rId22"/>
    <p:sldId id="310" r:id="rId23"/>
    <p:sldId id="311" r:id="rId24"/>
    <p:sldId id="257" r:id="rId25"/>
    <p:sldId id="314" r:id="rId26"/>
  </p:sldIdLst>
  <p:sldSz cx="9144000" cy="5143500" type="screen16x9"/>
  <p:notesSz cx="6858000" cy="9144000"/>
  <p:embeddedFontLst>
    <p:embeddedFont>
      <p:font typeface="DM Sans" panose="020B0604020202020204" charset="0"/>
      <p:regular r:id="rId28"/>
      <p:bold r:id="rId29"/>
      <p:italic r:id="rId30"/>
      <p:boldItalic r:id="rId31"/>
    </p:embeddedFont>
    <p:embeddedFont>
      <p:font typeface="Lato" panose="020F0502020204030203" pitchFamily="34" charset="0"/>
      <p:regular r:id="rId32"/>
      <p:bold r:id="rId33"/>
      <p:italic r:id="rId34"/>
      <p:boldItalic r:id="rId35"/>
    </p:embeddedFont>
    <p:embeddedFont>
      <p:font typeface="Montserrat" panose="00000500000000000000" pitchFamily="2" charset="0"/>
      <p:regular r:id="rId36"/>
      <p:bold r:id="rId37"/>
      <p:italic r:id="rId38"/>
      <p:boldItalic r:id="rId39"/>
    </p:embeddedFont>
    <p:embeddedFont>
      <p:font typeface="Montserrat ExtraBold" panose="00000900000000000000" pitchFamily="2" charset="0"/>
      <p:bold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2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2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7.fntdata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2.fntdata"/><Relationship Id="rId41" Type="http://schemas.openxmlformats.org/officeDocument/2006/relationships/font" Target="fonts/font1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4.fntdata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Story 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471175"/>
            <a:ext cx="8050620" cy="420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instability began during the 2018/2019 season, triggered by Egypt's emergency hosting of the 2019 AFCON in June.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999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457200" lvl="1" algn="l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crisis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524646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Input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Engine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Output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optimal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2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Stadium Sharing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Unlike Europe, multiple teams share "Cairo International" and "Borg Al-Arab," creating bottlenecks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Uncertainty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stadium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Smart 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Multi-Objective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1049</TotalTime>
  <Words>1098</Words>
  <Application>Microsoft Office PowerPoint</Application>
  <PresentationFormat>On-screen Show (16:9)</PresentationFormat>
  <Paragraphs>208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Montserrat ExtraBold</vt:lpstr>
      <vt:lpstr>Montserrat</vt:lpstr>
      <vt:lpstr>Wingdings</vt:lpstr>
      <vt:lpstr>Arial</vt:lpstr>
      <vt:lpstr>Lato</vt:lpstr>
      <vt:lpstr>DM Sans</vt:lpstr>
      <vt:lpstr>Indoor Soccer Club by Slidesgo</vt:lpstr>
      <vt:lpstr>Optimizing the Egyptian Premier League Schedule</vt:lpstr>
      <vt:lpstr>Introduction</vt:lpstr>
      <vt:lpstr>The Origin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Mohamed Osama</cp:lastModifiedBy>
  <cp:revision>45</cp:revision>
  <dcterms:modified xsi:type="dcterms:W3CDTF">2026-02-06T19:57:45Z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