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>
  <p:sldMasterIdLst>
    <p:sldMasterId id="2147483648" r:id="rId1"/>
  </p:sldMasterIdLst>
  <p:notesMasterIdLst>
    <p:notesMasterId r:id="rId41"/>
  </p:notesMasterIdLst>
  <p:sldIdLst>
    <p:sldId id="256" r:id="rId2"/>
    <p:sldId id="258" r:id="rId3"/>
    <p:sldId id="261" r:id="rId4"/>
    <p:sldId id="259" r:id="rId5"/>
    <p:sldId id="302" r:id="rId6"/>
    <p:sldId id="303" r:id="rId7"/>
    <p:sldId id="263" r:id="rId8"/>
    <p:sldId id="305" r:id="rId9"/>
    <p:sldId id="304" r:id="rId10"/>
    <p:sldId id="306" r:id="rId11"/>
    <p:sldId id="307" r:id="rId12"/>
    <p:sldId id="346" r:id="rId13"/>
    <p:sldId id="320" r:id="rId14"/>
    <p:sldId id="322" r:id="rId15"/>
    <p:sldId id="332" r:id="rId16"/>
    <p:sldId id="324" r:id="rId17"/>
    <p:sldId id="325" r:id="rId18"/>
    <p:sldId id="349" r:id="rId19"/>
    <p:sldId id="326" r:id="rId20"/>
    <p:sldId id="327" r:id="rId21"/>
    <p:sldId id="328" r:id="rId22"/>
    <p:sldId id="329" r:id="rId23"/>
    <p:sldId id="334" r:id="rId24"/>
    <p:sldId id="333" r:id="rId25"/>
    <p:sldId id="330" r:id="rId26"/>
    <p:sldId id="347" r:id="rId27"/>
    <p:sldId id="331" r:id="rId28"/>
    <p:sldId id="348" r:id="rId29"/>
    <p:sldId id="335" r:id="rId30"/>
    <p:sldId id="344" r:id="rId31"/>
    <p:sldId id="336" r:id="rId32"/>
    <p:sldId id="337" r:id="rId33"/>
    <p:sldId id="338" r:id="rId34"/>
    <p:sldId id="339" r:id="rId35"/>
    <p:sldId id="340" r:id="rId36"/>
    <p:sldId id="342" r:id="rId37"/>
    <p:sldId id="265" r:id="rId38"/>
    <p:sldId id="314" r:id="rId39"/>
    <p:sldId id="257" r:id="rId40"/>
  </p:sldIdLst>
  <p:sldSz cx="9144000" cy="5143500" type="screen16x9"/>
  <p:notesSz cx="6858000" cy="91440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36" autoAdjust="0"/>
    <p:restoredTop sz="94660"/>
  </p:normalViewPr>
  <p:slideViewPr>
    <p:cSldViewPr snapToGrid="0">
      <p:cViewPr>
        <p:scale>
          <a:sx n="100" d="100"/>
          <a:sy n="100" d="100"/>
        </p:scale>
        <p:origin x="1037" y="0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Google Shape;4;n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L="4572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 lvl="0"/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lvl1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 pitchFamily="34" charset="0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 panose="020B0604020202020204" pitchFamily="34" charset="0"/>
        <a:sym typeface="Arial" panose="020B0604020202020204" pitchFamily="34" charset="0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279" name="Google Shape;279;gd431007ba2_0_208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7" name="Google Shape;327;g1dfe0b786a0_0_0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12" name="Google Shape;312;g54dda1946d_6_322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12" name="Google Shape;312;g54dda1946d_6_322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7" name="Google Shape;327;g1dfe0b786a0_0_0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61" name="Google Shape;361;g54dda1946d_6_344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61" name="Google Shape;361;g54dda1946d_6_344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9" name="Google Shape;339;gec9722e163_0_121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7" name="Google Shape;327;g1dfe0b786a0_0_0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12" name="Google Shape;312;g54dda1946d_6_322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C5185F7-F1EA-30F8-987E-9F9568350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>
            <a:extLst>
              <a:ext uri="{FF2B5EF4-FFF2-40B4-BE49-F238E27FC236}">
                <a16:creationId xmlns:a16="http://schemas.microsoft.com/office/drawing/2014/main" id="{C7DD60DC-2050-5BAB-C58A-88900D6EC828}"/>
              </a:ext>
            </a:extLst>
          </p:cNvPr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413" name="Google Shape;413;g54dda1946d_4_2738:notes">
            <a:extLst>
              <a:ext uri="{FF2B5EF4-FFF2-40B4-BE49-F238E27FC236}">
                <a16:creationId xmlns:a16="http://schemas.microsoft.com/office/drawing/2014/main" id="{9BAFDF8E-E6CB-40F0-3340-8286DA3608B9}"/>
              </a:ext>
            </a:extLst>
          </p:cNvPr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35769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7" name="Google Shape;327;g1dfe0b786a0_0_0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61" name="Google Shape;361;g54dda1946d_6_344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413" name="Google Shape;413;g54dda1946d_4_2738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9" name="Google Shape;339;gec9722e163_0_121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00EB111-625E-7168-B26A-E265046C8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64A138DE-1350-3CED-8088-BDCEFEB1AF8E}"/>
              </a:ext>
            </a:extLst>
          </p:cNvPr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BD4A08CB-66AE-7C47-7D74-08DDA1C235C7}"/>
              </a:ext>
            </a:extLst>
          </p:cNvPr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75033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7" name="Google Shape;327;g1dfe0b786a0_0_0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7" name="Google Shape;327;g1dfe0b786a0_0_0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E92DB-0C96-B8E3-2348-2DD291EBA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8645C9-6446-2308-15CB-94F13602599F}"/>
              </a:ext>
            </a:extLst>
          </p:cNvPr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93549D-DB43-DA16-1B7C-B19E95E88431}"/>
              </a:ext>
            </a:extLst>
          </p:cNvPr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1267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F28A8-C1A6-26C1-C1EE-F786DDA75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B3D47-ADF6-78CB-CECD-996A49CBA488}"/>
              </a:ext>
            </a:extLst>
          </p:cNvPr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A04837-3786-ED3A-29BE-F882CE160560}"/>
              </a:ext>
            </a:extLst>
          </p:cNvPr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39793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7" name="Google Shape;327;g1dfe0b786a0_0_0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7" name="Google Shape;327;g1dfe0b786a0_0_0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12" name="Google Shape;312;g54dda1946d_6_322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413" name="Google Shape;413;g54dda1946d_4_2738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279" name="Google Shape;279;gd431007ba2_0_208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286" name="Google Shape;286;g12e478d9885_1_5:notes"/>
          <p:cNvSpPr>
            <a:spLocks noGrp="1" noEditPoint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bg>
      <p:bgPr>
        <a:solidFill>
          <a:srgbClr val="0366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>
            <a:spLocks noGrp="1" noEditPoints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 panose="00000900000000000000" pitchFamily="2" charset="0"/>
                <a:ea typeface="Montserrat ExtraBold" panose="00000900000000000000" pitchFamily="2" charset="0"/>
                <a:cs typeface="Montserrat ExtraBold" panose="00000900000000000000" pitchFamily="2" charset="0"/>
                <a:sym typeface="Montserrat ExtraBold" panose="00000900000000000000" pitchFamily="2" charset="0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>
            <a:spLocks noGrp="1" noEditPoints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pPr lvl="0"/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>
            <a:spLocks noGrp="1" noEditPoints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 panose="00000900000000000000" pitchFamily="2" charset="0"/>
                <a:ea typeface="Montserrat ExtraBold" panose="00000900000000000000" pitchFamily="2" charset="0"/>
                <a:cs typeface="Montserrat ExtraBold" panose="00000900000000000000" pitchFamily="2" charset="0"/>
                <a:sym typeface="Montserrat ExtraBold" panose="00000900000000000000" pitchFamily="2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>
            <a:spLocks noGrp="1" noEditPoints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>
            <a:spLocks noGrp="1" noEditPoints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pPr lvl="0"/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>
            <a:spLocks noGrp="1" noEditPoints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3500"/>
              <a:buNone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NE_COLUMN_TEX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>
            <a:spLocks noGrp="1" noEditPoints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pPr lvl="0"/>
            <a:endParaRPr/>
          </a:p>
        </p:txBody>
      </p:sp>
      <p:sp>
        <p:nvSpPr>
          <p:cNvPr id="152" name="Google Shape;152;p16"/>
          <p:cNvSpPr>
            <a:spLocks noGrp="1" noEditPoints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pPr lvl="0"/>
            <a:endParaRPr/>
          </a:p>
        </p:txBody>
      </p:sp>
      <p:sp>
        <p:nvSpPr>
          <p:cNvPr id="153" name="Google Shape;153;p16"/>
          <p:cNvSpPr>
            <a:spLocks noGrp="1" noEditPoints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3500"/>
              <a:buNone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6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>
            <a:spLocks noGrp="1" noEditPoints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3500"/>
              <a:buNone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</a:lvl9pPr>
          </a:lstStyle>
          <a:p>
            <a:endParaRPr/>
          </a:p>
        </p:txBody>
      </p:sp>
      <p:sp>
        <p:nvSpPr>
          <p:cNvPr id="165" name="Google Shape;165;p17"/>
          <p:cNvSpPr>
            <a:spLocks noGrp="1" noEditPoints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pPr lvl="0"/>
            <a:endParaRPr/>
          </a:p>
        </p:txBody>
      </p:sp>
      <p:sp>
        <p:nvSpPr>
          <p:cNvPr id="166" name="Google Shape;166;p17"/>
          <p:cNvSpPr>
            <a:spLocks noGrp="1" noEditPoints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pPr lvl="0"/>
            <a:endParaRPr/>
          </a:p>
        </p:txBody>
      </p:sp>
      <p:sp>
        <p:nvSpPr>
          <p:cNvPr id="167" name="Google Shape;167;p17"/>
          <p:cNvSpPr>
            <a:spLocks noGrp="1" noEditPoints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pPr lvl="0"/>
            <a:endParaRPr/>
          </a:p>
        </p:txBody>
      </p:sp>
      <p:sp>
        <p:nvSpPr>
          <p:cNvPr id="168" name="Google Shape;168;p17"/>
          <p:cNvSpPr>
            <a:spLocks noGrp="1" noEditPoints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200">
                <a:latin typeface="Montserrat ExtraBold" panose="00000900000000000000" pitchFamily="2" charset="0"/>
                <a:ea typeface="Montserrat ExtraBold" panose="00000900000000000000" pitchFamily="2" charset="0"/>
                <a:cs typeface="Montserrat ExtraBold" panose="00000900000000000000" pitchFamily="2" charset="0"/>
                <a:sym typeface="Montserrat ExtraBold" panose="00000900000000000000" pitchFamily="2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lvl="0"/>
            <a:endParaRPr/>
          </a:p>
        </p:txBody>
      </p:sp>
      <p:sp>
        <p:nvSpPr>
          <p:cNvPr id="169" name="Google Shape;169;p17"/>
          <p:cNvSpPr>
            <a:spLocks noGrp="1" noEditPoints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200">
                <a:latin typeface="Montserrat ExtraBold" panose="00000900000000000000" pitchFamily="2" charset="0"/>
                <a:ea typeface="Montserrat ExtraBold" panose="00000900000000000000" pitchFamily="2" charset="0"/>
                <a:cs typeface="Montserrat ExtraBold" panose="00000900000000000000" pitchFamily="2" charset="0"/>
                <a:sym typeface="Montserrat ExtraBold" panose="00000900000000000000" pitchFamily="2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lvl="0"/>
            <a:endParaRPr/>
          </a:p>
        </p:txBody>
      </p:sp>
      <p:sp>
        <p:nvSpPr>
          <p:cNvPr id="170" name="Google Shape;170;p17"/>
          <p:cNvSpPr>
            <a:spLocks noGrp="1" noEditPoints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200">
                <a:latin typeface="Montserrat ExtraBold" panose="00000900000000000000" pitchFamily="2" charset="0"/>
                <a:ea typeface="Montserrat ExtraBold" panose="00000900000000000000" pitchFamily="2" charset="0"/>
                <a:cs typeface="Montserrat ExtraBold" panose="00000900000000000000" pitchFamily="2" charset="0"/>
                <a:sym typeface="Montserrat ExtraBold" panose="00000900000000000000" pitchFamily="2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 panose="020B0604020202020204" pitchFamily="2" charset="0"/>
              <a:buNone/>
              <a:defRPr sz="24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lvl="0"/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>
            <a:spLocks noGrp="1" noEditPoints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3500"/>
              <a:buNone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lvl9pPr>
          </a:lstStyle>
          <a:p>
            <a:endParaRPr/>
          </a:p>
        </p:txBody>
      </p:sp>
      <p:sp>
        <p:nvSpPr>
          <p:cNvPr id="199" name="Google Shape;199;p19"/>
          <p:cNvSpPr>
            <a:spLocks noGrp="1" noEditPoints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pPr lvl="0"/>
            <a:endParaRPr/>
          </a:p>
        </p:txBody>
      </p:sp>
      <p:sp>
        <p:nvSpPr>
          <p:cNvPr id="200" name="Google Shape;200;p19"/>
          <p:cNvSpPr>
            <a:spLocks noGrp="1" noEditPoints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pPr lvl="0"/>
            <a:endParaRPr/>
          </a:p>
        </p:txBody>
      </p:sp>
      <p:sp>
        <p:nvSpPr>
          <p:cNvPr id="201" name="Google Shape;201;p19"/>
          <p:cNvSpPr>
            <a:spLocks noGrp="1" noEditPoints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pPr lvl="0"/>
            <a:endParaRPr/>
          </a:p>
        </p:txBody>
      </p:sp>
      <p:sp>
        <p:nvSpPr>
          <p:cNvPr id="202" name="Google Shape;202;p19"/>
          <p:cNvSpPr>
            <a:spLocks noGrp="1" noEditPoints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pPr lvl="0"/>
            <a:endParaRPr/>
          </a:p>
        </p:txBody>
      </p:sp>
      <p:sp>
        <p:nvSpPr>
          <p:cNvPr id="203" name="Google Shape;203;p19"/>
          <p:cNvSpPr>
            <a:spLocks noGrp="1" noEditPoints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pPr lvl="0"/>
            <a:endParaRPr/>
          </a:p>
        </p:txBody>
      </p:sp>
      <p:sp>
        <p:nvSpPr>
          <p:cNvPr id="204" name="Google Shape;204;p19"/>
          <p:cNvSpPr>
            <a:spLocks noGrp="1" noEditPoints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pPr lvl="0"/>
            <a:endParaRPr/>
          </a:p>
        </p:txBody>
      </p:sp>
      <p:sp>
        <p:nvSpPr>
          <p:cNvPr id="205" name="Google Shape;205;p19"/>
          <p:cNvSpPr>
            <a:spLocks noGrp="1" noEditPoints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>
                <a:latin typeface="Montserrat ExtraBold" panose="00000900000000000000" pitchFamily="2" charset="0"/>
                <a:ea typeface="Montserrat ExtraBold" panose="00000900000000000000" pitchFamily="2" charset="0"/>
                <a:cs typeface="Montserrat ExtraBold" panose="00000900000000000000" pitchFamily="2" charset="0"/>
                <a:sym typeface="Montserrat ExtraBold" panose="00000900000000000000" pitchFamily="2" charset="0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lvl="0"/>
            <a:endParaRPr/>
          </a:p>
        </p:txBody>
      </p:sp>
      <p:sp>
        <p:nvSpPr>
          <p:cNvPr id="206" name="Google Shape;206;p19"/>
          <p:cNvSpPr>
            <a:spLocks noGrp="1" noEditPoints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>
                <a:latin typeface="Montserrat ExtraBold" panose="00000900000000000000" pitchFamily="2" charset="0"/>
                <a:ea typeface="Montserrat ExtraBold" panose="00000900000000000000" pitchFamily="2" charset="0"/>
                <a:cs typeface="Montserrat ExtraBold" panose="00000900000000000000" pitchFamily="2" charset="0"/>
                <a:sym typeface="Montserrat ExtraBold" panose="00000900000000000000" pitchFamily="2" charset="0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lvl="0"/>
            <a:endParaRPr/>
          </a:p>
        </p:txBody>
      </p:sp>
      <p:sp>
        <p:nvSpPr>
          <p:cNvPr id="207" name="Google Shape;207;p19"/>
          <p:cNvSpPr>
            <a:spLocks noGrp="1" noEditPoints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>
                <a:latin typeface="Montserrat ExtraBold" panose="00000900000000000000" pitchFamily="2" charset="0"/>
                <a:ea typeface="Montserrat ExtraBold" panose="00000900000000000000" pitchFamily="2" charset="0"/>
                <a:cs typeface="Montserrat ExtraBold" panose="00000900000000000000" pitchFamily="2" charset="0"/>
                <a:sym typeface="Montserrat ExtraBold" panose="00000900000000000000" pitchFamily="2" charset="0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lvl="0"/>
            <a:endParaRPr/>
          </a:p>
        </p:txBody>
      </p:sp>
      <p:sp>
        <p:nvSpPr>
          <p:cNvPr id="208" name="Google Shape;208;p19"/>
          <p:cNvSpPr>
            <a:spLocks noGrp="1" noEditPoints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>
                <a:latin typeface="Montserrat ExtraBold" panose="00000900000000000000" pitchFamily="2" charset="0"/>
                <a:ea typeface="Montserrat ExtraBold" panose="00000900000000000000" pitchFamily="2" charset="0"/>
                <a:cs typeface="Montserrat ExtraBold" panose="00000900000000000000" pitchFamily="2" charset="0"/>
                <a:sym typeface="Montserrat ExtraBold" panose="00000900000000000000" pitchFamily="2" charset="0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lvl="0"/>
            <a:endParaRPr/>
          </a:p>
        </p:txBody>
      </p:sp>
      <p:sp>
        <p:nvSpPr>
          <p:cNvPr id="209" name="Google Shape;209;p19"/>
          <p:cNvSpPr>
            <a:spLocks noGrp="1" noEditPoints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>
                <a:latin typeface="Montserrat ExtraBold" panose="00000900000000000000" pitchFamily="2" charset="0"/>
                <a:ea typeface="Montserrat ExtraBold" panose="00000900000000000000" pitchFamily="2" charset="0"/>
                <a:cs typeface="Montserrat ExtraBold" panose="00000900000000000000" pitchFamily="2" charset="0"/>
                <a:sym typeface="Montserrat ExtraBold" panose="00000900000000000000" pitchFamily="2" charset="0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lvl="0"/>
            <a:endParaRPr/>
          </a:p>
        </p:txBody>
      </p:sp>
      <p:sp>
        <p:nvSpPr>
          <p:cNvPr id="210" name="Google Shape;210;p19"/>
          <p:cNvSpPr>
            <a:spLocks noGrp="1" noEditPoints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>
                <a:latin typeface="Montserrat ExtraBold" panose="00000900000000000000" pitchFamily="2" charset="0"/>
                <a:ea typeface="Montserrat ExtraBold" panose="00000900000000000000" pitchFamily="2" charset="0"/>
                <a:cs typeface="Montserrat ExtraBold" panose="00000900000000000000" pitchFamily="2" charset="0"/>
                <a:sym typeface="Montserrat ExtraBold" panose="00000900000000000000" pitchFamily="2" charset="0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 panose="020B0604020202020204" pitchFamily="2" charset="0"/>
              <a:buNone/>
              <a:defRPr sz="2200" b="1"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lvl="0"/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_9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"/>
          </p:nvPr>
        </p:nvSpPr>
        <p:spPr>
          <a:xfrm>
            <a:off x="1747601" y="2068375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2"/>
          </p:nvPr>
        </p:nvSpPr>
        <p:spPr>
          <a:xfrm>
            <a:off x="1747601" y="3878030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3"/>
          </p:nvPr>
        </p:nvSpPr>
        <p:spPr>
          <a:xfrm>
            <a:off x="5703500" y="3878000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3"/>
          <p:cNvSpPr txBox="1">
            <a:spLocks noGrp="1"/>
          </p:cNvSpPr>
          <p:nvPr>
            <p:ph type="subTitle" idx="4"/>
          </p:nvPr>
        </p:nvSpPr>
        <p:spPr>
          <a:xfrm>
            <a:off x="5703500" y="2068375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3"/>
          <p:cNvSpPr txBox="1">
            <a:spLocks noGrp="1"/>
          </p:cNvSpPr>
          <p:nvPr>
            <p:ph type="title" idx="5" hasCustomPrompt="1"/>
          </p:nvPr>
        </p:nvSpPr>
        <p:spPr>
          <a:xfrm>
            <a:off x="720000" y="1328875"/>
            <a:ext cx="838500" cy="8157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6" name="Google Shape;106;p13"/>
          <p:cNvSpPr txBox="1">
            <a:spLocks noGrp="1"/>
          </p:cNvSpPr>
          <p:nvPr>
            <p:ph type="title" idx="6" hasCustomPrompt="1"/>
          </p:nvPr>
        </p:nvSpPr>
        <p:spPr>
          <a:xfrm>
            <a:off x="4676650" y="3138524"/>
            <a:ext cx="838500" cy="8157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 idx="7" hasCustomPrompt="1"/>
          </p:nvPr>
        </p:nvSpPr>
        <p:spPr>
          <a:xfrm>
            <a:off x="720000" y="3138524"/>
            <a:ext cx="838500" cy="8157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8" hasCustomPrompt="1"/>
          </p:nvPr>
        </p:nvSpPr>
        <p:spPr>
          <a:xfrm>
            <a:off x="4676650" y="1328875"/>
            <a:ext cx="838500" cy="8157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subTitle" idx="9"/>
          </p:nvPr>
        </p:nvSpPr>
        <p:spPr>
          <a:xfrm>
            <a:off x="1747601" y="1405075"/>
            <a:ext cx="2309700" cy="8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13"/>
          </p:nvPr>
        </p:nvSpPr>
        <p:spPr>
          <a:xfrm>
            <a:off x="1747601" y="3214730"/>
            <a:ext cx="2309700" cy="8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14"/>
          </p:nvPr>
        </p:nvSpPr>
        <p:spPr>
          <a:xfrm>
            <a:off x="5703501" y="3214730"/>
            <a:ext cx="2309700" cy="8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5"/>
          </p:nvPr>
        </p:nvSpPr>
        <p:spPr>
          <a:xfrm>
            <a:off x="5703501" y="1405075"/>
            <a:ext cx="2309700" cy="8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13" name="Google Shape;113;p13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14" name="Google Shape;114;p1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15" name="Google Shape;115;p1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6" name="Google Shape;116;p13"/>
          <p:cNvGrpSpPr/>
          <p:nvPr/>
        </p:nvGrpSpPr>
        <p:grpSpPr>
          <a:xfrm rot="-5400000">
            <a:off x="8563564" y="-310711"/>
            <a:ext cx="281947" cy="1094035"/>
            <a:chOff x="7256520" y="835200"/>
            <a:chExt cx="562320" cy="2181960"/>
          </a:xfrm>
        </p:grpSpPr>
        <p:sp>
          <p:nvSpPr>
            <p:cNvPr id="117" name="Google Shape;117;p13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13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13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20" name="Google Shape;12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5775" y="2929181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53689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>
            <a:spLocks noGrp="1" noEditPoints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>
            <a:spLocks noGrp="1" noEditPoints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L="457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Char char="●"/>
              <a:defRPr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Char char="○"/>
              <a:defRPr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Char char="■"/>
              <a:defRPr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Char char="●"/>
              <a:defRPr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Char char="○"/>
              <a:defRPr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Char char="■"/>
              <a:defRPr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Char char="●"/>
              <a:defRPr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Char char="○"/>
              <a:defRPr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Char char="■"/>
              <a:defRPr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lvl="0"/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9pPr>
    </p:titleStyle>
    <p:bodyStyle>
      <a:lvl1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defRPr sz="1400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>
            <a:spLocks noGrp="1" noEditPoints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>
            <a:spLocks noGrp="1" noEditPoints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234BA7A-CD02-E942-2541-933768D24F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454" y="3799394"/>
            <a:ext cx="790428" cy="12697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302" name="Google Shape;302;p31"/>
          <p:cNvSpPr txBox="1">
            <a:spLocks noGrp="1"/>
          </p:cNvSpPr>
          <p:nvPr>
            <p:ph type="title" idx="5"/>
          </p:nvPr>
        </p:nvSpPr>
        <p:spPr>
          <a:xfrm>
            <a:off x="881827" y="1351818"/>
            <a:ext cx="580976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/>
              <a:t>01</a:t>
            </a:r>
            <a:endParaRPr sz="1700" dirty="0"/>
          </a:p>
        </p:txBody>
      </p:sp>
      <p:sp>
        <p:nvSpPr>
          <p:cNvPr id="306" name="Google Shape;306;p31"/>
          <p:cNvSpPr txBox="1">
            <a:spLocks noGrp="1"/>
          </p:cNvSpPr>
          <p:nvPr>
            <p:ph type="subTitle" idx="9"/>
          </p:nvPr>
        </p:nvSpPr>
        <p:spPr>
          <a:xfrm>
            <a:off x="1434816" y="1325641"/>
            <a:ext cx="1916703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1700" b="1" dirty="0"/>
              <a:t>Introduction</a:t>
            </a:r>
            <a:endParaRPr sz="1700" b="1" dirty="0"/>
          </a:p>
        </p:txBody>
      </p:sp>
      <p:sp>
        <p:nvSpPr>
          <p:cNvPr id="31" name="Google Shape;305;p31">
            <a:extLst>
              <a:ext uri="{FF2B5EF4-FFF2-40B4-BE49-F238E27FC236}">
                <a16:creationId xmlns:a16="http://schemas.microsoft.com/office/drawing/2014/main" id="{73CE8576-CD21-DCBE-272B-025279C6F9AA}"/>
              </a:ext>
            </a:extLst>
          </p:cNvPr>
          <p:cNvSpPr txBox="1">
            <a:spLocks/>
          </p:cNvSpPr>
          <p:nvPr/>
        </p:nvSpPr>
        <p:spPr>
          <a:xfrm>
            <a:off x="3430608" y="5794932"/>
            <a:ext cx="580976" cy="5727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" sz="1700"/>
              <a:t>03</a:t>
            </a:r>
          </a:p>
        </p:txBody>
      </p:sp>
      <p:sp>
        <p:nvSpPr>
          <p:cNvPr id="33" name="Google Shape;309;p31">
            <a:extLst>
              <a:ext uri="{FF2B5EF4-FFF2-40B4-BE49-F238E27FC236}">
                <a16:creationId xmlns:a16="http://schemas.microsoft.com/office/drawing/2014/main" id="{C04CD7E2-20AD-7EB0-3BF8-DC3552AC400C}"/>
              </a:ext>
            </a:extLst>
          </p:cNvPr>
          <p:cNvSpPr txBox="1">
            <a:spLocks/>
          </p:cNvSpPr>
          <p:nvPr/>
        </p:nvSpPr>
        <p:spPr>
          <a:xfrm>
            <a:off x="4033719" y="5811660"/>
            <a:ext cx="1600334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2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sz="1700" b="1"/>
              <a:t>The school’s teachers</a:t>
            </a:r>
            <a:endParaRPr lang="en-US" sz="1700" b="1" dirty="0"/>
          </a:p>
        </p:txBody>
      </p:sp>
      <p:sp>
        <p:nvSpPr>
          <p:cNvPr id="42" name="Google Shape;302;p31">
            <a:extLst>
              <a:ext uri="{FF2B5EF4-FFF2-40B4-BE49-F238E27FC236}">
                <a16:creationId xmlns:a16="http://schemas.microsoft.com/office/drawing/2014/main" id="{C3A7ECE7-D055-4B2D-859B-965956C211D2}"/>
              </a:ext>
            </a:extLst>
          </p:cNvPr>
          <p:cNvSpPr txBox="1">
            <a:spLocks/>
          </p:cNvSpPr>
          <p:nvPr/>
        </p:nvSpPr>
        <p:spPr>
          <a:xfrm>
            <a:off x="3688842" y="1365806"/>
            <a:ext cx="580976" cy="5727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" sz="1700" dirty="0"/>
              <a:t>02</a:t>
            </a:r>
          </a:p>
        </p:txBody>
      </p:sp>
      <p:sp>
        <p:nvSpPr>
          <p:cNvPr id="43" name="Google Shape;306;p31">
            <a:extLst>
              <a:ext uri="{FF2B5EF4-FFF2-40B4-BE49-F238E27FC236}">
                <a16:creationId xmlns:a16="http://schemas.microsoft.com/office/drawing/2014/main" id="{C7E652E5-681B-9E25-340C-8F17859465C9}"/>
              </a:ext>
            </a:extLst>
          </p:cNvPr>
          <p:cNvSpPr txBox="1">
            <a:spLocks/>
          </p:cNvSpPr>
          <p:nvPr/>
        </p:nvSpPr>
        <p:spPr>
          <a:xfrm>
            <a:off x="4241831" y="1317327"/>
            <a:ext cx="191670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2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sz="1700" b="1" dirty="0"/>
              <a:t>Background</a:t>
            </a:r>
          </a:p>
        </p:txBody>
      </p:sp>
      <p:sp>
        <p:nvSpPr>
          <p:cNvPr id="44" name="Google Shape;302;p31">
            <a:extLst>
              <a:ext uri="{FF2B5EF4-FFF2-40B4-BE49-F238E27FC236}">
                <a16:creationId xmlns:a16="http://schemas.microsoft.com/office/drawing/2014/main" id="{F53F169B-2044-90B0-1FA3-0AD5CD2BB0C6}"/>
              </a:ext>
            </a:extLst>
          </p:cNvPr>
          <p:cNvSpPr txBox="1">
            <a:spLocks/>
          </p:cNvSpPr>
          <p:nvPr/>
        </p:nvSpPr>
        <p:spPr>
          <a:xfrm>
            <a:off x="6495857" y="1359568"/>
            <a:ext cx="580976" cy="5727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" sz="1700" dirty="0"/>
              <a:t>03</a:t>
            </a:r>
          </a:p>
        </p:txBody>
      </p:sp>
      <p:sp>
        <p:nvSpPr>
          <p:cNvPr id="45" name="Google Shape;306;p31">
            <a:extLst>
              <a:ext uri="{FF2B5EF4-FFF2-40B4-BE49-F238E27FC236}">
                <a16:creationId xmlns:a16="http://schemas.microsoft.com/office/drawing/2014/main" id="{9AA877D7-87BC-87C2-ADF4-16E9EDC608AA}"/>
              </a:ext>
            </a:extLst>
          </p:cNvPr>
          <p:cNvSpPr txBox="1">
            <a:spLocks/>
          </p:cNvSpPr>
          <p:nvPr/>
        </p:nvSpPr>
        <p:spPr>
          <a:xfrm>
            <a:off x="7048846" y="1325957"/>
            <a:ext cx="191670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2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sz="1700" b="1" dirty="0"/>
              <a:t>Project Data</a:t>
            </a:r>
          </a:p>
        </p:txBody>
      </p:sp>
      <p:sp>
        <p:nvSpPr>
          <p:cNvPr id="46" name="Google Shape;302;p31">
            <a:extLst>
              <a:ext uri="{FF2B5EF4-FFF2-40B4-BE49-F238E27FC236}">
                <a16:creationId xmlns:a16="http://schemas.microsoft.com/office/drawing/2014/main" id="{D77A2354-E2AC-01DC-DDA3-25B6F10F1F7F}"/>
              </a:ext>
            </a:extLst>
          </p:cNvPr>
          <p:cNvSpPr txBox="1">
            <a:spLocks/>
          </p:cNvSpPr>
          <p:nvPr/>
        </p:nvSpPr>
        <p:spPr>
          <a:xfrm>
            <a:off x="885547" y="2433483"/>
            <a:ext cx="580976" cy="5727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" sz="1700" dirty="0"/>
              <a:t>04</a:t>
            </a:r>
          </a:p>
        </p:txBody>
      </p:sp>
      <p:sp>
        <p:nvSpPr>
          <p:cNvPr id="47" name="Google Shape;306;p31">
            <a:extLst>
              <a:ext uri="{FF2B5EF4-FFF2-40B4-BE49-F238E27FC236}">
                <a16:creationId xmlns:a16="http://schemas.microsoft.com/office/drawing/2014/main" id="{A0BCDFE8-DB74-1DD9-E0AC-9EA5AC0EF58D}"/>
              </a:ext>
            </a:extLst>
          </p:cNvPr>
          <p:cNvSpPr txBox="1">
            <a:spLocks/>
          </p:cNvSpPr>
          <p:nvPr/>
        </p:nvSpPr>
        <p:spPr>
          <a:xfrm>
            <a:off x="1438536" y="2489080"/>
            <a:ext cx="191670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2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sz="1700" b="1" dirty="0"/>
              <a:t>Mathematical Model</a:t>
            </a:r>
          </a:p>
        </p:txBody>
      </p:sp>
      <p:sp>
        <p:nvSpPr>
          <p:cNvPr id="48" name="Google Shape;302;p31">
            <a:extLst>
              <a:ext uri="{FF2B5EF4-FFF2-40B4-BE49-F238E27FC236}">
                <a16:creationId xmlns:a16="http://schemas.microsoft.com/office/drawing/2014/main" id="{B7C8CB92-FFFC-9B37-7EF1-2AE39CCAA754}"/>
              </a:ext>
            </a:extLst>
          </p:cNvPr>
          <p:cNvSpPr txBox="1">
            <a:spLocks/>
          </p:cNvSpPr>
          <p:nvPr/>
        </p:nvSpPr>
        <p:spPr>
          <a:xfrm>
            <a:off x="3692562" y="2447471"/>
            <a:ext cx="580976" cy="5727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" sz="1700" dirty="0"/>
              <a:t>05</a:t>
            </a:r>
          </a:p>
        </p:txBody>
      </p:sp>
      <p:sp>
        <p:nvSpPr>
          <p:cNvPr id="49" name="Google Shape;306;p31">
            <a:extLst>
              <a:ext uri="{FF2B5EF4-FFF2-40B4-BE49-F238E27FC236}">
                <a16:creationId xmlns:a16="http://schemas.microsoft.com/office/drawing/2014/main" id="{EAF0232F-605A-D6F6-A08E-35AFDCEAE97C}"/>
              </a:ext>
            </a:extLst>
          </p:cNvPr>
          <p:cNvSpPr txBox="1">
            <a:spLocks/>
          </p:cNvSpPr>
          <p:nvPr/>
        </p:nvSpPr>
        <p:spPr>
          <a:xfrm>
            <a:off x="4245551" y="2503068"/>
            <a:ext cx="191670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2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sz="1700" b="1" dirty="0"/>
              <a:t>Solution Methodology</a:t>
            </a:r>
          </a:p>
        </p:txBody>
      </p:sp>
      <p:sp>
        <p:nvSpPr>
          <p:cNvPr id="50" name="Google Shape;302;p31">
            <a:extLst>
              <a:ext uri="{FF2B5EF4-FFF2-40B4-BE49-F238E27FC236}">
                <a16:creationId xmlns:a16="http://schemas.microsoft.com/office/drawing/2014/main" id="{AAF9500A-67A1-DE70-9A84-6A54AEE3A5B1}"/>
              </a:ext>
            </a:extLst>
          </p:cNvPr>
          <p:cNvSpPr txBox="1">
            <a:spLocks/>
          </p:cNvSpPr>
          <p:nvPr/>
        </p:nvSpPr>
        <p:spPr>
          <a:xfrm>
            <a:off x="6499577" y="2441233"/>
            <a:ext cx="580976" cy="5727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" sz="1700" dirty="0"/>
              <a:t>06</a:t>
            </a:r>
          </a:p>
        </p:txBody>
      </p:sp>
      <p:sp>
        <p:nvSpPr>
          <p:cNvPr id="51" name="Google Shape;306;p31">
            <a:extLst>
              <a:ext uri="{FF2B5EF4-FFF2-40B4-BE49-F238E27FC236}">
                <a16:creationId xmlns:a16="http://schemas.microsoft.com/office/drawing/2014/main" id="{7067EF24-9F06-9840-20A3-BAF8209FF4A5}"/>
              </a:ext>
            </a:extLst>
          </p:cNvPr>
          <p:cNvSpPr txBox="1">
            <a:spLocks/>
          </p:cNvSpPr>
          <p:nvPr/>
        </p:nvSpPr>
        <p:spPr>
          <a:xfrm>
            <a:off x="7045132" y="2496830"/>
            <a:ext cx="191670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2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sz="1700" b="1" dirty="0"/>
              <a:t>Insights &amp;Visualization</a:t>
            </a:r>
          </a:p>
        </p:txBody>
      </p:sp>
      <p:sp>
        <p:nvSpPr>
          <p:cNvPr id="52" name="Google Shape;302;p31">
            <a:extLst>
              <a:ext uri="{FF2B5EF4-FFF2-40B4-BE49-F238E27FC236}">
                <a16:creationId xmlns:a16="http://schemas.microsoft.com/office/drawing/2014/main" id="{12FDD200-4CF6-99E1-02A6-0094CD4545C6}"/>
              </a:ext>
            </a:extLst>
          </p:cNvPr>
          <p:cNvSpPr txBox="1">
            <a:spLocks/>
          </p:cNvSpPr>
          <p:nvPr/>
        </p:nvSpPr>
        <p:spPr>
          <a:xfrm>
            <a:off x="2056425" y="3479793"/>
            <a:ext cx="580976" cy="5727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" sz="1700" dirty="0"/>
              <a:t>07</a:t>
            </a:r>
          </a:p>
        </p:txBody>
      </p:sp>
      <p:sp>
        <p:nvSpPr>
          <p:cNvPr id="53" name="Google Shape;306;p31">
            <a:extLst>
              <a:ext uri="{FF2B5EF4-FFF2-40B4-BE49-F238E27FC236}">
                <a16:creationId xmlns:a16="http://schemas.microsoft.com/office/drawing/2014/main" id="{B437B071-D3D7-FEBA-DE68-D75EC5041811}"/>
              </a:ext>
            </a:extLst>
          </p:cNvPr>
          <p:cNvSpPr txBox="1">
            <a:spLocks/>
          </p:cNvSpPr>
          <p:nvPr/>
        </p:nvSpPr>
        <p:spPr>
          <a:xfrm>
            <a:off x="2609414" y="3483352"/>
            <a:ext cx="191670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2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sz="1700" b="1" dirty="0"/>
              <a:t>User Interface</a:t>
            </a:r>
          </a:p>
        </p:txBody>
      </p:sp>
      <p:sp>
        <p:nvSpPr>
          <p:cNvPr id="54" name="Google Shape;302;p31">
            <a:extLst>
              <a:ext uri="{FF2B5EF4-FFF2-40B4-BE49-F238E27FC236}">
                <a16:creationId xmlns:a16="http://schemas.microsoft.com/office/drawing/2014/main" id="{FE09CE9F-9CFE-7AEA-615D-71E9A416EE1D}"/>
              </a:ext>
            </a:extLst>
          </p:cNvPr>
          <p:cNvSpPr txBox="1">
            <a:spLocks/>
          </p:cNvSpPr>
          <p:nvPr/>
        </p:nvSpPr>
        <p:spPr>
          <a:xfrm>
            <a:off x="4863440" y="3493781"/>
            <a:ext cx="580976" cy="5727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 panose="00000500000000000000" pitchFamily="2" charset="0"/>
              <a:buNone/>
              <a:defRPr sz="3000" b="1" i="0" u="none" strike="noStrike" cap="none">
                <a:solidFill>
                  <a:schemeClr val="lt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" sz="1700" dirty="0"/>
              <a:t>08</a:t>
            </a:r>
          </a:p>
        </p:txBody>
      </p:sp>
      <p:sp>
        <p:nvSpPr>
          <p:cNvPr id="55" name="Google Shape;306;p31">
            <a:extLst>
              <a:ext uri="{FF2B5EF4-FFF2-40B4-BE49-F238E27FC236}">
                <a16:creationId xmlns:a16="http://schemas.microsoft.com/office/drawing/2014/main" id="{A94E3EC9-F638-8F2F-8100-47A37075D683}"/>
              </a:ext>
            </a:extLst>
          </p:cNvPr>
          <p:cNvSpPr txBox="1">
            <a:spLocks/>
          </p:cNvSpPr>
          <p:nvPr/>
        </p:nvSpPr>
        <p:spPr>
          <a:xfrm>
            <a:off x="5416429" y="3556812"/>
            <a:ext cx="191670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2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sz="1700" b="1" dirty="0"/>
              <a:t>Conclusion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>
            <a:spLocks noGrp="1" noEditPoints="1"/>
          </p:cNvSpPr>
          <p:nvPr>
            <p:ph type="title"/>
          </p:nvPr>
        </p:nvSpPr>
        <p:spPr>
          <a:xfrm>
            <a:off x="2083724" y="1527636"/>
            <a:ext cx="5632919" cy="965729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INTRODUCTION</a:t>
            </a:r>
          </a:p>
        </p:txBody>
      </p:sp>
      <p:sp>
        <p:nvSpPr>
          <p:cNvPr id="331" name="Google Shape;331;p34"/>
          <p:cNvSpPr>
            <a:spLocks noGrp="1" noEditPoints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330" name="Google Shape;330;p34"/>
          <p:cNvSpPr>
            <a:spLocks noGrp="1" noEditPoints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/>
            <a:r>
              <a:rPr lang="en-US" b="1" dirty="0"/>
              <a:t>Introduction To The Project And Problem Overview 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 noEditPoints="1" noChangeArrowheads="1"/>
          </p:cNvSpPr>
          <p:nvPr>
            <p:ph type="subTitle" idx="1"/>
          </p:nvPr>
        </p:nvSpPr>
        <p:spPr bwMode="auto">
          <a:xfrm>
            <a:off x="512956" y="1051323"/>
            <a:ext cx="8302269" cy="346248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anchor="ctr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anose="020B0604020202020204" pitchFamily="2" charset="0"/>
            </a:endParaRPr>
          </a:p>
          <a:p>
            <a:pPr marL="285750" marR="0" indent="-285750" algn="l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chemeClr val="tx1"/>
                </a:solidFill>
                <a:latin typeface="DM Sans" panose="020B0604020202020204" pitchFamily="2" charset="0"/>
              </a:rPr>
              <a:t>For years, league scheduling relied on manual planning, quietly accumulating issues that became impossible to ignore during Egypt’s emergency hosting of AFCON 2019.</a:t>
            </a: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anose="020B0604020202020204" pitchFamily="2" charset="0"/>
            </a:endParaRPr>
          </a:p>
          <a:p>
            <a:pPr marL="285750" marR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This</a:t>
            </a:r>
            <a:r>
              <a:rPr kumimoji="0" lang="en-US" altLang="en-US" sz="16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 trapped the league in a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 "Domino Effect" </a:t>
            </a:r>
            <a:r>
              <a:rPr kumimoji="0" lang="en-US" altLang="en-US" sz="16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anose="020B0604020202020204" pitchFamily="2" charset="0"/>
            </a:endParaRPr>
          </a:p>
        </p:txBody>
      </p:sp>
      <p:sp>
        <p:nvSpPr>
          <p:cNvPr id="314" name="Google Shape;314;p32"/>
          <p:cNvSpPr>
            <a:spLocks noGrp="1" noEditPoints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dirty="0"/>
              <a:t>The origin of the story 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/>
          <p:cNvSpPr>
            <a:spLocks noGrp="1" noEditPoints="1" noChangeArrowheads="1"/>
          </p:cNvSpPr>
          <p:nvPr>
            <p:ph type="subTitle" idx="1"/>
          </p:nvPr>
        </p:nvSpPr>
        <p:spPr bwMode="auto">
          <a:xfrm>
            <a:off x="986308" y="1387548"/>
            <a:ext cx="7963080" cy="309315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anchor="ctr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 Model the league using Integer Linear Programming (ILP) /</a:t>
            </a:r>
            <a:r>
              <a:rPr lang="en-US" sz="1800" dirty="0">
                <a:solidFill>
                  <a:srgbClr val="FFFFFF"/>
                </a:solidFill>
                <a:latin typeface="Arial" panose="020B0604020202020204" pitchFamily="34" charset="0"/>
              </a:rPr>
              <a:t> </a:t>
            </a:r>
            <a:r>
              <a:rPr lang="en-US" sz="1800" dirty="0">
                <a:solidFill>
                  <a:srgbClr val="FFFFFF"/>
                </a:solidFill>
                <a:latin typeface="DM Sans" panose="020B0604020202020204" pitchFamily="2" charset="0"/>
              </a:rPr>
              <a:t>CP-SAT.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anose="020B0604020202020204" pitchFamily="2" charset="0"/>
            </a:endParaRPr>
          </a:p>
          <a:p>
            <a:pPr marL="0" marR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 Fit the standard 34-round season strictly between August and May.</a:t>
            </a:r>
          </a:p>
          <a:p>
            <a:pPr marL="0" marR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 Respect CAF commitments, Security refusals, and FIFA breaks.</a:t>
            </a:r>
          </a:p>
          <a:p>
            <a:pPr marL="0" marR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anose="020B0604020202020204" pitchFamily="2" charset="0"/>
              </a:rPr>
              <a:t> Balance Home/Away streaks and travel distances.</a:t>
            </a:r>
          </a:p>
        </p:txBody>
      </p:sp>
      <p:sp>
        <p:nvSpPr>
          <p:cNvPr id="314" name="Google Shape;314;p32"/>
          <p:cNvSpPr>
            <a:spLocks noGrp="1" noEditPoints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/>
          <p:cNvSpPr txBox="1"/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endParaRPr lang="en-US" sz="2400" dirty="0"/>
          </a:p>
        </p:txBody>
      </p:sp>
      <p:grpSp>
        <p:nvGrpSpPr>
          <p:cNvPr id="10" name="Google Shape;8456;p67"/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/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anose="020B0604020202020204" pitchFamily="2" charset="0"/>
              </a:endParaRPr>
            </a:p>
          </p:txBody>
        </p:sp>
        <p:sp>
          <p:nvSpPr>
            <p:cNvPr id="12" name="Google Shape;8458;p67"/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anose="020B0604020202020204" pitchFamily="2" charset="0"/>
              </a:endParaRPr>
            </a:p>
          </p:txBody>
        </p:sp>
        <p:sp>
          <p:nvSpPr>
            <p:cNvPr id="13" name="Google Shape;8459;p67"/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anose="020B0604020202020204" pitchFamily="2" charset="0"/>
              </a:endParaRPr>
            </a:p>
          </p:txBody>
        </p:sp>
      </p:grpSp>
      <p:grpSp>
        <p:nvGrpSpPr>
          <p:cNvPr id="14" name="Google Shape;8466;p67"/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/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anose="020B0604020202020204" pitchFamily="2" charset="0"/>
              </a:endParaRPr>
            </a:p>
          </p:txBody>
        </p:sp>
        <p:sp>
          <p:nvSpPr>
            <p:cNvPr id="16" name="Google Shape;8468;p67"/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lnTo>
                    <a:pt x="14795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lnTo>
                    <a:pt x="11927" y="14759"/>
                  </a:ln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lnTo>
                    <a:pt x="3965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anose="020B0604020202020204" pitchFamily="2" charset="0"/>
              </a:endParaRPr>
            </a:p>
          </p:txBody>
        </p:sp>
      </p:grpSp>
      <p:grpSp>
        <p:nvGrpSpPr>
          <p:cNvPr id="17" name="Google Shape;8631;p67"/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/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anose="020B0604020202020204" pitchFamily="2" charset="0"/>
              </a:endParaRPr>
            </a:p>
          </p:txBody>
        </p:sp>
        <p:sp>
          <p:nvSpPr>
            <p:cNvPr id="19" name="Google Shape;8633;p67"/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anose="020B0604020202020204" pitchFamily="2" charset="0"/>
              </a:endParaRPr>
            </a:p>
          </p:txBody>
        </p:sp>
        <p:sp>
          <p:nvSpPr>
            <p:cNvPr id="20" name="Google Shape;8634;p67"/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anose="020B0604020202020204" pitchFamily="2" charset="0"/>
              </a:endParaRPr>
            </a:p>
          </p:txBody>
        </p:sp>
      </p:grpSp>
      <p:grpSp>
        <p:nvGrpSpPr>
          <p:cNvPr id="34" name="Google Shape;9389;p70"/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/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/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>
            <a:spLocks noGrp="1" noEditPoints="1"/>
          </p:cNvSpPr>
          <p:nvPr>
            <p:ph type="title"/>
          </p:nvPr>
        </p:nvSpPr>
        <p:spPr>
          <a:xfrm>
            <a:off x="2083724" y="1527636"/>
            <a:ext cx="5320685" cy="965729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BACKGROUND</a:t>
            </a:r>
          </a:p>
        </p:txBody>
      </p:sp>
      <p:sp>
        <p:nvSpPr>
          <p:cNvPr id="331" name="Google Shape;331;p34"/>
          <p:cNvSpPr>
            <a:spLocks noGrp="1" noEditPoints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30" name="Google Shape;330;p34"/>
          <p:cNvSpPr>
            <a:spLocks noGrp="1" noEditPoints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/>
            <a:r>
              <a:rPr lang="en-US" b="1" dirty="0"/>
              <a:t>Background And Existing Work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7" presetClass="emph" presetSubtype="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5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  <p:bldP spid="33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>
            <a:spLocks noGrp="1" noEditPoints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>
            <a:spLocks noGrp="1" noEditPoints="1"/>
          </p:cNvSpPr>
          <p:nvPr>
            <p:ph type="subTitle" idx="1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>
            <a:spLocks noGrp="1" noEditPoints="1"/>
          </p:cNvSpPr>
          <p:nvPr>
            <p:ph type="subTitle" idx="2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>
            <a:spLocks noGrp="1" noEditPoints="1"/>
          </p:cNvSpPr>
          <p:nvPr>
            <p:ph type="subTitle" idx="3"/>
          </p:nvPr>
        </p:nvSpPr>
        <p:spPr>
          <a:xfrm>
            <a:off x="2519621" y="2537446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sz="2200" b="1" dirty="0"/>
              <a:t>NP-hard problem</a:t>
            </a:r>
            <a:endParaRPr sz="2200" dirty="0"/>
          </a:p>
        </p:txBody>
      </p:sp>
      <p:sp>
        <p:nvSpPr>
          <p:cNvPr id="368" name="Google Shape;368;p36"/>
          <p:cNvSpPr>
            <a:spLocks noGrp="1" noEditPoints="1"/>
          </p:cNvSpPr>
          <p:nvPr>
            <p:ph type="subTitle" idx="4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>
            <a:spLocks noGrp="1" noEditPoints="1"/>
          </p:cNvSpPr>
          <p:nvPr>
            <p:ph type="subTitle" idx="5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b="1" dirty="0"/>
              <a:t>In the EPL:</a:t>
            </a:r>
            <a:endParaRPr b="1" dirty="0"/>
          </a:p>
        </p:txBody>
      </p:sp>
      <p:sp>
        <p:nvSpPr>
          <p:cNvPr id="4" name="TextBox 3"/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 number of constraints 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47743 0 L -0.22743 0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022e-16 -0.25 L -1.11022e-16 4.44444e-06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750"/>
                            </p:stCondLst>
                            <p:childTnLst>
                              <p:par>
                                <p:cTn id="31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5 3.7037e-07 L -2.77778e-06 3.7037e-07" pathEditMode="relative" rAng="0" ptsTypes="AA">
                                      <p:cBhvr>
                                        <p:cTn id="51" dur="500" fill="hold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25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0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75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6" grpId="0" build="p"/>
      <p:bldP spid="367" grpId="0" build="p"/>
      <p:bldP spid="367" grpId="1" build="p"/>
      <p:bldP spid="368" grpId="1" build="p"/>
      <p:bldP spid="368" grpId="2" build="p"/>
      <p:bldP spid="369" grpId="0" build="p"/>
      <p:bldP spid="369" grpId="1" build="p"/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>
            <a:spLocks noGrp="1" noEditPoints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dirty="0"/>
              <a:t>Fairness &amp; Travel</a:t>
            </a:r>
          </a:p>
        </p:txBody>
      </p:sp>
      <p:sp>
        <p:nvSpPr>
          <p:cNvPr id="365" name="Google Shape;365;p36"/>
          <p:cNvSpPr>
            <a:spLocks noGrp="1" noEditPoints="1"/>
          </p:cNvSpPr>
          <p:nvPr>
            <p:ph type="subTitle" idx="1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/>
          <p:cNvSpPr>
            <a:spLocks noGrp="1" noEditPoints="1"/>
          </p:cNvSpPr>
          <p:nvPr>
            <p:ph type="subTitle" idx="2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sz="2000" b="1" dirty="0"/>
              <a:t>Patterns &amp; Breaks</a:t>
            </a:r>
            <a:endParaRPr sz="2000" b="1" dirty="0"/>
          </a:p>
        </p:txBody>
      </p:sp>
      <p:sp>
        <p:nvSpPr>
          <p:cNvPr id="368" name="Google Shape;368;p36"/>
          <p:cNvSpPr>
            <a:spLocks noGrp="1" noEditPoints="1"/>
          </p:cNvSpPr>
          <p:nvPr>
            <p:ph type="subTitle" idx="3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sz="2000" b="1" dirty="0"/>
              <a:t>Travel &amp; TTP</a:t>
            </a:r>
            <a:endParaRPr sz="2000" b="1" dirty="0"/>
          </a:p>
        </p:txBody>
      </p:sp>
      <p:sp>
        <p:nvSpPr>
          <p:cNvPr id="2" name="TextBox 1"/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anose="020B0604020202020204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anose="020B0604020202020204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anose="020B0604020202020204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anose="020B0604020202020204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/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/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/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/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/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/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/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/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/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/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/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ccel="37000" decel="5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7" grpId="0" build="p"/>
      <p:bldP spid="368" grpId="0" build="p"/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>
            <a:spLocks noGrp="1" noEditPoints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415431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Why can't we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 panose="00000900000000000000" pitchFamily="2" charset="0"/>
              <a:ea typeface="Montserrat ExtraBold" panose="00000900000000000000" pitchFamily="2" charset="0"/>
              <a:cs typeface="Montserrat ExtraBold" panose="00000900000000000000" pitchFamily="2" charset="0"/>
              <a:sym typeface="Montserrat ExtraBold" panose="00000900000000000000" pitchFamily="2" charset="0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anose="020B0604020202020204" pitchFamily="2" charset="0"/>
              <a:ea typeface="DM Sans" panose="020B0604020202020204" pitchFamily="2" charset="0"/>
              <a:cs typeface="DM Sans" panose="020B0604020202020204" pitchFamily="2" charset="0"/>
              <a:sym typeface="DM Sans" panose="020B0604020202020204" pitchFamily="2" charset="0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232294" y="2484312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Shared Resources</a:t>
            </a:r>
            <a:endParaRPr sz="2000" b="1" dirty="0">
              <a:solidFill>
                <a:schemeClr val="tx1"/>
              </a:solidFill>
              <a:latin typeface="Montserrat ExtraBold" panose="00000900000000000000" pitchFamily="2" charset="0"/>
              <a:ea typeface="Montserrat ExtraBold" panose="00000900000000000000" pitchFamily="2" charset="0"/>
              <a:cs typeface="Montserrat ExtraBold" panose="00000900000000000000" pitchFamily="2" charset="0"/>
              <a:sym typeface="Montserrat ExtraBold" panose="00000900000000000000" pitchFamily="2" charset="0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232294" y="2867143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Multiple teams share "Cairo International" and "Borg Al-Arab," creating bottlenecks</a:t>
            </a:r>
          </a:p>
          <a:p>
            <a:pPr>
              <a:lnSpc>
                <a:spcPct val="115000"/>
              </a:lnSpc>
            </a:pPr>
            <a:endParaRPr dirty="0">
              <a:solidFill>
                <a:schemeClr val="tx1"/>
              </a:solidFill>
              <a:latin typeface="DM Sans" panose="020B0604020202020204" pitchFamily="2" charset="0"/>
              <a:ea typeface="DM Sans" panose="020B0604020202020204" pitchFamily="2" charset="0"/>
              <a:cs typeface="DM Sans" panose="020B0604020202020204" pitchFamily="2" charset="0"/>
              <a:sym typeface="DM Sans" panose="020B0604020202020204" pitchFamily="2" charset="0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Conflict</a:t>
            </a:r>
            <a:endParaRPr sz="2000" b="1" dirty="0">
              <a:solidFill>
                <a:schemeClr val="tx1"/>
              </a:solidFill>
              <a:latin typeface="Montserrat ExtraBold" panose="00000900000000000000" pitchFamily="2" charset="0"/>
              <a:ea typeface="Montserrat ExtraBold" panose="00000900000000000000" pitchFamily="2" charset="0"/>
              <a:cs typeface="Montserrat ExtraBold" panose="00000900000000000000" pitchFamily="2" charset="0"/>
              <a:sym typeface="Montserrat ExtraBold" panose="00000900000000000000" pitchFamily="2" charset="0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anose="020B0604020202020204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anose="020B0604020202020204" pitchFamily="2" charset="0"/>
              <a:ea typeface="DM Sans" panose="020B0604020202020204" pitchFamily="2" charset="0"/>
              <a:cs typeface="DM Sans" panose="020B0604020202020204" pitchFamily="2" charset="0"/>
              <a:sym typeface="DM Sans" panose="020B0604020202020204" pitchFamily="2" charset="0"/>
            </a:endParaRPr>
          </a:p>
        </p:txBody>
      </p:sp>
      <p:cxnSp>
        <p:nvCxnSpPr>
          <p:cNvPr id="9" name="Connector: Elbow 8"/>
          <p:cNvCxnSpPr/>
          <p:nvPr/>
        </p:nvCxnSpPr>
        <p:spPr>
          <a:xfrm rot="5400000">
            <a:off x="2679931" y="512914"/>
            <a:ext cx="594596" cy="305859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/>
          <p:cNvCxnSpPr/>
          <p:nvPr/>
        </p:nvCxnSpPr>
        <p:spPr>
          <a:xfrm rot="16200000" flipH="1">
            <a:off x="5766864" y="484570"/>
            <a:ext cx="594596" cy="3115277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/>
          <p:cNvGrpSpPr/>
          <p:nvPr/>
        </p:nvGrpSpPr>
        <p:grpSpPr>
          <a:xfrm>
            <a:off x="4303437" y="2162859"/>
            <a:ext cx="406172" cy="321452"/>
            <a:chOff x="5328475" y="2592950"/>
            <a:chExt cx="435200" cy="344425"/>
          </a:xfrm>
        </p:grpSpPr>
        <p:sp>
          <p:nvSpPr>
            <p:cNvPr id="27" name="Google Shape;4457;p46"/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/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lnTo>
                    <a:pt x="1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/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/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lnTo>
                    <a:pt x="3179" y="2238"/>
                  </a:ln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/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/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/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/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lnTo>
                    <a:pt x="20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/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 tmFilter="0,0; 0.2,0.5; 0.8,0.5; 1,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>
            <a:spLocks noGrp="1" noEditPoints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1" name="Google Shape;331;p34"/>
          <p:cNvSpPr>
            <a:spLocks noGrp="1" noEditPoints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30" name="Google Shape;330;p34"/>
          <p:cNvSpPr>
            <a:spLocks noGrp="1" noEditPoints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/>
            <a:r>
              <a:rPr lang="en-US" b="1" dirty="0"/>
              <a:t>Data And Preprocessing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dir="u"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 noEditPoints="1" noChangeArrowheads="1"/>
          </p:cNvSpPr>
          <p:nvPr>
            <p:ph type="subTitle" idx="1"/>
          </p:nvPr>
        </p:nvSpPr>
        <p:spPr bwMode="auto">
          <a:xfrm>
            <a:off x="474673" y="1172620"/>
            <a:ext cx="8050620" cy="21698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anchor="ctr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to ensure real-time accuracy and consistency </a:t>
            </a: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anose="020B0604020202020204" pitchFamily="2" charset="0"/>
            </a:endParaRPr>
          </a:p>
        </p:txBody>
      </p:sp>
      <p:sp>
        <p:nvSpPr>
          <p:cNvPr id="314" name="Google Shape;314;p32"/>
          <p:cNvSpPr>
            <a:spLocks noGrp="1" noEditPoints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dirty="0"/>
              <a:t>Data Collection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ABAFA-C27B-FF29-D877-D3B27E7DE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8">
            <a:extLst>
              <a:ext uri="{FF2B5EF4-FFF2-40B4-BE49-F238E27FC236}">
                <a16:creationId xmlns:a16="http://schemas.microsoft.com/office/drawing/2014/main" id="{73E241C6-57BD-1D99-F633-EF6DD99274C4}"/>
              </a:ext>
            </a:extLst>
          </p:cNvPr>
          <p:cNvSpPr>
            <a:spLocks noGrp="1" noEditPoints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>
            <a:extLst>
              <a:ext uri="{FF2B5EF4-FFF2-40B4-BE49-F238E27FC236}">
                <a16:creationId xmlns:a16="http://schemas.microsoft.com/office/drawing/2014/main" id="{100421B5-D0C3-2D78-C39F-CEC8B38C15A7}"/>
              </a:ext>
            </a:extLst>
          </p:cNvPr>
          <p:cNvSpPr>
            <a:spLocks noGrp="1" noEditPoints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5" name="Google Shape;415;p38">
            <a:extLst>
              <a:ext uri="{FF2B5EF4-FFF2-40B4-BE49-F238E27FC236}">
                <a16:creationId xmlns:a16="http://schemas.microsoft.com/office/drawing/2014/main" id="{90AA3C44-3E5A-AB1C-69F8-FA6CC199BB7D}"/>
              </a:ext>
            </a:extLst>
          </p:cNvPr>
          <p:cNvSpPr>
            <a:spLocks noGrp="1" noEditPoints="1"/>
          </p:cNvSpPr>
          <p:nvPr>
            <p:ph type="subTitle" idx="2"/>
          </p:nvPr>
        </p:nvSpPr>
        <p:spPr>
          <a:xfrm>
            <a:off x="2991688" y="19338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9" name="Google Shape;419;p38">
            <a:extLst>
              <a:ext uri="{FF2B5EF4-FFF2-40B4-BE49-F238E27FC236}">
                <a16:creationId xmlns:a16="http://schemas.microsoft.com/office/drawing/2014/main" id="{1C3961A2-8845-CED8-95DC-F2066492B162}"/>
              </a:ext>
            </a:extLst>
          </p:cNvPr>
          <p:cNvSpPr>
            <a:spLocks noGrp="1" noEditPoints="1"/>
          </p:cNvSpPr>
          <p:nvPr>
            <p:ph type="subTitle" idx="3"/>
          </p:nvPr>
        </p:nvSpPr>
        <p:spPr>
          <a:xfrm>
            <a:off x="534357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/>
            <a:r>
              <a:rPr lang="en-US" dirty="0"/>
              <a:t>Forced Venues</a:t>
            </a:r>
            <a:endParaRPr dirty="0"/>
          </a:p>
        </p:txBody>
      </p:sp>
      <p:sp>
        <p:nvSpPr>
          <p:cNvPr id="420" name="Google Shape;420;p38">
            <a:extLst>
              <a:ext uri="{FF2B5EF4-FFF2-40B4-BE49-F238E27FC236}">
                <a16:creationId xmlns:a16="http://schemas.microsoft.com/office/drawing/2014/main" id="{66A37B69-DA5E-8A92-81C5-05F3387FB442}"/>
              </a:ext>
            </a:extLst>
          </p:cNvPr>
          <p:cNvSpPr>
            <a:spLocks noGrp="1" noEditPoints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/>
            <a:r>
              <a:rPr lang="en-US" dirty="0"/>
              <a:t>CAF days &amp; Travel Buffers , FIFA Days</a:t>
            </a:r>
            <a:endParaRPr dirty="0"/>
          </a:p>
        </p:txBody>
      </p:sp>
      <p:sp>
        <p:nvSpPr>
          <p:cNvPr id="416" name="Google Shape;416;p38">
            <a:extLst>
              <a:ext uri="{FF2B5EF4-FFF2-40B4-BE49-F238E27FC236}">
                <a16:creationId xmlns:a16="http://schemas.microsoft.com/office/drawing/2014/main" id="{85EA104D-B647-45A4-1475-E65F08768872}"/>
              </a:ext>
            </a:extLst>
          </p:cNvPr>
          <p:cNvSpPr>
            <a:spLocks noGrp="1" noEditPoints="1"/>
          </p:cNvSpPr>
          <p:nvPr>
            <p:ph type="subTitle" idx="5"/>
          </p:nvPr>
        </p:nvSpPr>
        <p:spPr>
          <a:xfrm>
            <a:off x="5689060" y="19761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21" name="Google Shape;421;p38">
            <a:extLst>
              <a:ext uri="{FF2B5EF4-FFF2-40B4-BE49-F238E27FC236}">
                <a16:creationId xmlns:a16="http://schemas.microsoft.com/office/drawing/2014/main" id="{5AADF91F-9B94-5DCC-BE66-42A9F5AF06BE}"/>
              </a:ext>
            </a:extLst>
          </p:cNvPr>
          <p:cNvSpPr>
            <a:spLocks noGrp="1" noEditPoints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/>
            <a:r>
              <a:rPr lang="en-US" dirty="0"/>
              <a:t>KM distance between every 2 nodes</a:t>
            </a:r>
            <a:endParaRPr dirty="0"/>
          </a:p>
        </p:txBody>
      </p:sp>
      <p:sp>
        <p:nvSpPr>
          <p:cNvPr id="422" name="Google Shape;422;p38">
            <a:extLst>
              <a:ext uri="{FF2B5EF4-FFF2-40B4-BE49-F238E27FC236}">
                <a16:creationId xmlns:a16="http://schemas.microsoft.com/office/drawing/2014/main" id="{5B3CAB97-0008-67D7-77EC-2857C643D0F6}"/>
              </a:ext>
            </a:extLst>
          </p:cNvPr>
          <p:cNvSpPr>
            <a:spLocks noGrp="1" noEditPoints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>
            <a:extLst>
              <a:ext uri="{FF2B5EF4-FFF2-40B4-BE49-F238E27FC236}">
                <a16:creationId xmlns:a16="http://schemas.microsoft.com/office/drawing/2014/main" id="{83D76BDC-42C5-F42C-D678-3B4D7FF6AE05}"/>
              </a:ext>
            </a:extLst>
          </p:cNvPr>
          <p:cNvSpPr>
            <a:spLocks noGrp="1" noEditPoints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>
            <a:extLst>
              <a:ext uri="{FF2B5EF4-FFF2-40B4-BE49-F238E27FC236}">
                <a16:creationId xmlns:a16="http://schemas.microsoft.com/office/drawing/2014/main" id="{CFA34598-FA5C-7E6E-423A-432FF31EA52D}"/>
              </a:ext>
            </a:extLst>
          </p:cNvPr>
          <p:cNvSpPr>
            <a:spLocks noGrp="1" noEditPoints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>
            <a:extLst>
              <a:ext uri="{FF2B5EF4-FFF2-40B4-BE49-F238E27FC236}">
                <a16:creationId xmlns:a16="http://schemas.microsoft.com/office/drawing/2014/main" id="{D5B58838-DBC9-D4AC-FAC0-001E43F39055}"/>
              </a:ext>
            </a:extLst>
          </p:cNvPr>
          <p:cNvSpPr>
            <a:spLocks noGrp="1" noEditPoints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>
            <a:extLst>
              <a:ext uri="{FF2B5EF4-FFF2-40B4-BE49-F238E27FC236}">
                <a16:creationId xmlns:a16="http://schemas.microsoft.com/office/drawing/2014/main" id="{B0F4E9E0-C3E7-BE11-E698-0B7D17578262}"/>
              </a:ext>
            </a:extLst>
          </p:cNvPr>
          <p:cNvSpPr>
            <a:spLocks noGrp="1" noEditPoints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>
            <a:extLst>
              <a:ext uri="{FF2B5EF4-FFF2-40B4-BE49-F238E27FC236}">
                <a16:creationId xmlns:a16="http://schemas.microsoft.com/office/drawing/2014/main" id="{DCD43322-F8AF-EF1F-D251-C4A9BCDEF98D}"/>
              </a:ext>
            </a:extLst>
          </p:cNvPr>
          <p:cNvSpPr>
            <a:spLocks noGrp="1" noEditPoints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0701FE96-CDDC-C6B1-5025-63C9EBC76E94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C0057DC7-5B45-B3BA-5448-D9CD22CA3413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B6FAF958-E78E-3434-7A29-428A7BA0A806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lnTo>
                    <a:pt x="1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231C260E-7C2B-A092-6D9A-EC63A241824E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E8E10C03-D974-8E71-639F-70D9B780C5B7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lnTo>
                    <a:pt x="3179" y="2238"/>
                  </a:ln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C8C789C1-B4B1-C4AF-963F-B43512ED8B33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2FC4B569-9074-FB79-D7DF-BD790E814134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5DC135D1-827A-8A34-C2CC-19C948B5F4CD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BD8CE793-A8F0-4FBA-B2EE-4A75CDE731EC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lnTo>
                    <a:pt x="20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3314EA70-56F0-6346-9763-EC5028836057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69FB6200-9F78-D3F6-CE62-F1D550CC1EEA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E884AA30-F913-CD7B-24AB-5319A89C115A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lnTo>
                    <a:pt x="837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339C5912-4410-5FBB-5111-7A92EC209360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5336AD6B-EE48-7548-63B0-6A42DF448A1F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88D99703-89F2-A7C2-F77C-8591338311F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8CC17A63-B4B6-5554-0BD8-B6A43955760A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8ED6ED61-B45C-843D-55B5-53A9A1981502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D5826103-2BCC-8D7E-C258-2E584B9063AA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6A911119-27A8-0B98-2E70-ADD47E4608E2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46EBA897-F66C-312B-26ED-302536B3E9E6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9284650A-1FBB-2D6E-6095-2BB14D51EF10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2AE1F625-D193-6FE5-8605-F43269729B3E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lnTo>
                    <a:pt x="12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2B936776-F58F-B9E5-0A29-D228F32F57D1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lnTo>
                    <a:pt x="2060" y="1048"/>
                  </a:ln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lnTo>
                    <a:pt x="11799" y="1048"/>
                  </a:ln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9DF605EA-523F-76E2-6A37-37F9A803ED23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D3BF1E70-CB91-8925-0FF9-A4BA76E25065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lnTo>
                    <a:pt x="9483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lnTo>
                    <a:pt x="9767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3B0B283-605C-AE16-12C2-E3360B152E2C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63720150-1A79-9BE9-C19E-BA6C17388BA5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D0EB3E3A-ACE3-BC06-C509-78E75B48FB22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FED0E447-4258-D5DF-B672-0A5894038AF1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78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C8A35671-AA5D-C27F-92A9-2420A9B4EFC3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FDDA7B4B-A1F1-66E3-CF6A-7B67E2ED4928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lnTo>
                    <a:pt x="347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1D9DE4F-FA76-FAF3-010D-FAFACF42D7C2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lnTo>
                    <a:pt x="347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2640F9CF-3C0B-24D8-3F2B-068956AED2FF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lnTo>
                    <a:pt x="378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74EB6923-0CD6-51BB-F1BE-1AEDAD38F5AF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lnTo>
                    <a:pt x="347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FAAE91A7-1776-CD53-0E1C-ECFF54EDC205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318401F0-4D6B-349B-6723-59F645702DFE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6C3DF8E8-F557-2346-B74E-38689D879C84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78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3D0655EF-1BAD-44E4-575D-64EAA33E2886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616729DF-56B4-4DC2-1633-3003D3757FA2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41BB55CF-08BE-5F3F-8F25-B1343EF91C67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78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335DE553-3480-F5BB-40AC-7D2B5B88FF19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76BE434E-3737-4DB1-0701-0A87B515B7C4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FE8321BD-5AF2-6E96-B70B-CCB2E982D96D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D16485BD-F3C8-48A6-5093-6E244FA9E2DB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BAB7D51C-6D5C-C7E0-24DC-4C86C530C5AC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43751ECC-ADBD-697A-338E-AC7FF494D95E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6DC44F72-4118-6D12-998B-E2D5249A0C42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5907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 tmFilter="0,0; 0.2,0.5; 0.8,0.5; 1,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0; 0.2,0.5; 0.8,0.5; 1,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 tmFilter="0,0; 0.2,0.5; 0.8,0.5; 1,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25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50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 tmFilter="0,0; 0.2,0.5; 0.8,0.5; 1,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2" dur="25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0"/>
                            </p:stCondLst>
                            <p:childTnLst>
                              <p:par>
                                <p:cTn id="96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 tmFilter="0,0; 0.2,0.5; 0.8,0.5; 1,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8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 tmFilter="0,0; 0.2,0.5; 0.8,0.5; 1,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" dur="250" autoRev="1" fill="hold"/>
                                        <p:tgtEl>
                                          <p:spTgt spid="5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8" grpId="0" build="p"/>
      <p:bldP spid="415" grpId="0" build="p"/>
      <p:bldP spid="419" grpId="0" build="p"/>
      <p:bldP spid="420" grpId="0" build="p"/>
      <p:bldP spid="416" grpId="0" build="p"/>
      <p:bldP spid="421" grpId="0" build="p"/>
      <p:bldP spid="422" grpId="0" build="p"/>
      <p:bldP spid="423" grpId="0" build="p"/>
      <p:bldP spid="424" grpId="0" build="p"/>
      <p:bldP spid="425" grpId="0" build="p"/>
      <p:bldP spid="426" grpId="0" build="p"/>
      <p:bldP spid="427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>
            <a:spLocks noGrp="1" noEditPoints="1"/>
          </p:cNvSpPr>
          <p:nvPr>
            <p:ph type="title"/>
          </p:nvPr>
        </p:nvSpPr>
        <p:spPr>
          <a:xfrm>
            <a:off x="2083724" y="1527636"/>
            <a:ext cx="8279476" cy="965729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dirty="0"/>
              <a:t>MATHEMATICAL MODEL</a:t>
            </a:r>
          </a:p>
        </p:txBody>
      </p:sp>
      <p:sp>
        <p:nvSpPr>
          <p:cNvPr id="331" name="Google Shape;331;p34"/>
          <p:cNvSpPr>
            <a:spLocks noGrp="1" noEditPoints="1"/>
          </p:cNvSpPr>
          <p:nvPr>
            <p:ph type="title" idx="2"/>
          </p:nvPr>
        </p:nvSpPr>
        <p:spPr>
          <a:xfrm>
            <a:off x="713212" y="1492050"/>
            <a:ext cx="1241967" cy="1106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330" name="Google Shape;330;p34"/>
          <p:cNvSpPr>
            <a:spLocks noGrp="1" noEditPoints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fr-FR" sz="1400" b="1" dirty="0">
                <a:latin typeface="DM Sans" panose="020B0604020202020204" pitchFamily="2" charset="0"/>
              </a:rPr>
              <a:t>Sets, Variables, </a:t>
            </a:r>
            <a:r>
              <a:rPr lang="fr-FR" sz="1400" b="1" dirty="0" err="1">
                <a:latin typeface="DM Sans" panose="020B0604020202020204" pitchFamily="2" charset="0"/>
              </a:rPr>
              <a:t>Constraints</a:t>
            </a:r>
            <a:r>
              <a:rPr lang="fr-FR" sz="1400" b="1" dirty="0">
                <a:latin typeface="DM Sans" panose="020B0604020202020204" pitchFamily="2" charset="0"/>
              </a:rPr>
              <a:t> &amp; Objective </a:t>
            </a:r>
            <a:r>
              <a:rPr lang="fr-FR" sz="1400" b="1" dirty="0" err="1">
                <a:latin typeface="DM Sans" panose="020B0604020202020204" pitchFamily="2" charset="0"/>
              </a:rPr>
              <a:t>Function</a:t>
            </a:r>
            <a:endParaRPr lang="fr-FR" sz="1400" b="1" dirty="0">
              <a:latin typeface="DM Sans" panose="020B0604020202020204" pitchFamily="2" charset="0"/>
            </a:endParaRP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>
            <a:spLocks noGrp="1" noEditPoints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sz="3000" dirty="0"/>
              <a:t>Sets &amp; Parameters </a:t>
            </a:r>
          </a:p>
        </p:txBody>
      </p:sp>
      <p:sp>
        <p:nvSpPr>
          <p:cNvPr id="365" name="Google Shape;365;p36"/>
          <p:cNvSpPr>
            <a:spLocks noGrp="1" noEditPoints="1"/>
          </p:cNvSpPr>
          <p:nvPr>
            <p:ph type="subTitle" idx="1"/>
          </p:nvPr>
        </p:nvSpPr>
        <p:spPr>
          <a:xfrm>
            <a:off x="3598169" y="1198591"/>
            <a:ext cx="4938776" cy="1911514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tier_match</a:t>
            </a:r>
            <a:r>
              <a:rPr lang="en-US" dirty="0"/>
              <a:t>(m), round(m), </a:t>
            </a:r>
            <a:r>
              <a:rPr lang="en-US" dirty="0" err="1"/>
              <a:t>is_derby</a:t>
            </a:r>
            <a:r>
              <a:rPr lang="en-US" dirty="0"/>
              <a:t>(m)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tier_slot</a:t>
            </a:r>
            <a:r>
              <a:rPr lang="en-US" dirty="0"/>
              <a:t>(s), </a:t>
            </a:r>
            <a:r>
              <a:rPr lang="en-US" dirty="0" err="1"/>
              <a:t>time_index</a:t>
            </a:r>
            <a:r>
              <a:rPr lang="en-US" dirty="0"/>
              <a:t>(s), </a:t>
            </a:r>
            <a:r>
              <a:rPr lang="en-US" dirty="0" err="1"/>
              <a:t>kickoff_hour</a:t>
            </a:r>
            <a:r>
              <a:rPr lang="en-US" dirty="0"/>
              <a:t>(s)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nominal_week</a:t>
            </a:r>
            <a:r>
              <a:rPr lang="en-US" dirty="0"/>
              <a:t>(r) — ideal week per round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caf_dates</a:t>
            </a:r>
            <a:r>
              <a:rPr lang="en-US" dirty="0"/>
              <a:t>(t), CAF_BUFFER = 4 days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MAX_DAY = 3, MAX_SLOT = 2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REST_LOCAL = 4 days, MAX_STREAK = 2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Weekly load: hard 18 · soft band 6–12</a:t>
            </a:r>
          </a:p>
          <a:p>
            <a:pPr marL="882650" lvl="1" indent="-285750"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470600" y="1247669"/>
            <a:ext cx="3625658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M — all matches, |M| = 306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S — usable calendar slots, |S| ≈ 824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T — teams, |T| = 18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V — stadiums, |V| = 22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R — rounds {1 … 34}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C ⊆ T — CAF-participating teams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T1 ⊆ T — Tier-1 teams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</a:rPr>
              <a:t>W, D — calendar weeks / dates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155730" y="1374897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25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75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5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25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750"/>
                            </p:stCondLst>
                            <p:childTnLst>
                              <p:par>
                                <p:cTn id="44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8"/>
          <p:cNvSpPr>
            <a:spLocks noGrp="1" noEditPoints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dirty="0"/>
              <a:t>DECISION VARIABLES</a:t>
            </a:r>
            <a:endParaRPr dirty="0"/>
          </a:p>
        </p:txBody>
      </p:sp>
      <p:sp>
        <p:nvSpPr>
          <p:cNvPr id="418" name="Google Shape;418;p38"/>
          <p:cNvSpPr>
            <a:spLocks noGrp="1" noEditPoints="1"/>
          </p:cNvSpPr>
          <p:nvPr>
            <p:ph type="subTitle" idx="1"/>
          </p:nvPr>
        </p:nvSpPr>
        <p:spPr>
          <a:xfrm>
            <a:off x="557413" y="1902472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b="1" dirty="0" err="1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xm,s,v</a:t>
            </a:r>
            <a:r>
              <a:rPr lang="en-US" b="1" dirty="0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∈ {0,1}</a:t>
            </a:r>
            <a:endParaRPr lang="en-US" dirty="0"/>
          </a:p>
        </p:txBody>
      </p:sp>
      <p:sp>
        <p:nvSpPr>
          <p:cNvPr id="415" name="Google Shape;415;p38"/>
          <p:cNvSpPr>
            <a:spLocks noGrp="1" noEditPoints="1"/>
          </p:cNvSpPr>
          <p:nvPr>
            <p:ph type="subTitle" idx="2"/>
          </p:nvPr>
        </p:nvSpPr>
        <p:spPr>
          <a:xfrm>
            <a:off x="2818244" y="1913443"/>
            <a:ext cx="2882084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b="1" dirty="0" err="1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match_timem</a:t>
            </a:r>
            <a:r>
              <a:rPr lang="en-US" b="1" dirty="0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b="1" dirty="0" err="1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match_datem</a:t>
            </a:r>
            <a:r>
              <a:rPr lang="en-US" b="1" dirty="0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∈ ℤ⁺</a:t>
            </a:r>
            <a:endParaRPr lang="en-US" dirty="0"/>
          </a:p>
        </p:txBody>
      </p:sp>
      <p:sp>
        <p:nvSpPr>
          <p:cNvPr id="419" name="Google Shape;419;p38"/>
          <p:cNvSpPr>
            <a:spLocks noGrp="1" noEditPoints="1"/>
          </p:cNvSpPr>
          <p:nvPr>
            <p:ph type="subTitle" idx="3"/>
          </p:nvPr>
        </p:nvSpPr>
        <p:spPr>
          <a:xfrm>
            <a:off x="910606" y="3300863"/>
            <a:ext cx="3519055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b="1" dirty="0" err="1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load_w</a:t>
            </a:r>
            <a:r>
              <a:rPr lang="en-US" b="1" dirty="0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b="1" dirty="0" err="1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under_load_w</a:t>
            </a:r>
            <a:r>
              <a:rPr lang="en-US" b="1" dirty="0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b="1" dirty="0" err="1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over_load_w</a:t>
            </a:r>
            <a:r>
              <a:rPr lang="en-US" b="1" dirty="0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∈ ℤ⁺</a:t>
            </a:r>
            <a:endParaRPr lang="en-US" dirty="0"/>
          </a:p>
        </p:txBody>
      </p:sp>
      <p:sp>
        <p:nvSpPr>
          <p:cNvPr id="420" name="Google Shape;420;p38"/>
          <p:cNvSpPr>
            <a:spLocks noGrp="1" noEditPoints="1"/>
          </p:cNvSpPr>
          <p:nvPr>
            <p:ph type="subTitle" idx="4"/>
          </p:nvPr>
        </p:nvSpPr>
        <p:spPr>
          <a:xfrm>
            <a:off x="4646404" y="3302015"/>
            <a:ext cx="3735939" cy="403983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b="1" dirty="0" err="1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fr_slots</a:t>
            </a:r>
            <a:r>
              <a:rPr lang="en-US" b="1" dirty="0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b="1" dirty="0" err="1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slot_collisionss</a:t>
            </a:r>
            <a:r>
              <a:rPr lang="en-US" b="1" dirty="0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b="1" dirty="0" err="1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overlapv,d</a:t>
            </a:r>
            <a:r>
              <a:rPr lang="en-US" b="1" dirty="0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∈ {0,1}</a:t>
            </a:r>
            <a:endParaRPr lang="en-US" dirty="0"/>
          </a:p>
          <a:p>
            <a:endParaRPr lang="en-US" kern="1200" dirty="0">
              <a:solidFill>
                <a:sysClr val="windowText" lastClr="000000"/>
              </a:solidFill>
              <a:latin typeface="Calibri" panose="020F0502020204030204" pitchFamily="34" charset="0"/>
            </a:endParaRPr>
          </a:p>
        </p:txBody>
      </p:sp>
      <p:sp>
        <p:nvSpPr>
          <p:cNvPr id="416" name="Google Shape;416;p38"/>
          <p:cNvSpPr>
            <a:spLocks noGrp="1" noEditPoints="1"/>
          </p:cNvSpPr>
          <p:nvPr>
            <p:ph type="subTitle" idx="5"/>
          </p:nvPr>
        </p:nvSpPr>
        <p:spPr>
          <a:xfrm>
            <a:off x="5881791" y="1878783"/>
            <a:ext cx="2859195" cy="62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b="1" dirty="0" err="1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round_minr</a:t>
            </a:r>
            <a:r>
              <a:rPr lang="en-US" b="1" dirty="0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b="1" dirty="0" err="1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round_maxr</a:t>
            </a:r>
            <a:r>
              <a:rPr lang="en-US" b="1" dirty="0">
                <a:solidFill>
                  <a:srgbClr val="C9A2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∈ ℤ⁺</a:t>
            </a:r>
          </a:p>
        </p:txBody>
      </p:sp>
      <p:sp>
        <p:nvSpPr>
          <p:cNvPr id="422" name="Google Shape;422;p38"/>
          <p:cNvSpPr>
            <a:spLocks noGrp="1" noEditPoints="1"/>
          </p:cNvSpPr>
          <p:nvPr>
            <p:ph type="subTitle" idx="7"/>
          </p:nvPr>
        </p:nvSpPr>
        <p:spPr>
          <a:xfrm>
            <a:off x="629706" y="157186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>
              <a:lnSpc>
                <a:spcPct val="100000"/>
              </a:lnSpc>
              <a:buSzPct val="100000"/>
            </a:pPr>
            <a:r>
              <a:rPr lang="en-US" sz="1800" b="1" kern="1200" dirty="0">
                <a:latin typeface="Montserrat ExtraBold" panose="00000900000000000000" pitchFamily="2" charset="0"/>
                <a:ea typeface="Calibri" panose="020F0502020204030204" pitchFamily="34" charset="0"/>
                <a:cs typeface="Calibri" panose="020F0502020204030204" pitchFamily="34" charset="0"/>
              </a:rPr>
              <a:t>Primary Assignment</a:t>
            </a:r>
          </a:p>
        </p:txBody>
      </p:sp>
      <p:sp>
        <p:nvSpPr>
          <p:cNvPr id="423" name="Google Shape;423;p38"/>
          <p:cNvSpPr>
            <a:spLocks noGrp="1" noEditPoints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>
              <a:lnSpc>
                <a:spcPct val="100000"/>
              </a:lnSpc>
              <a:buSzPct val="100000"/>
            </a:pPr>
            <a:r>
              <a:rPr lang="en-US" sz="1800" b="1" kern="1200" dirty="0">
                <a:latin typeface="Montserrat ExtraBold" panose="00000900000000000000" pitchFamily="2" charset="0"/>
                <a:ea typeface="Calibri" panose="020F0502020204030204" pitchFamily="34" charset="0"/>
                <a:cs typeface="Calibri" panose="020F0502020204030204" pitchFamily="34" charset="0"/>
              </a:rPr>
              <a:t>Auxiliary Time Variables</a:t>
            </a:r>
          </a:p>
        </p:txBody>
      </p:sp>
      <p:sp>
        <p:nvSpPr>
          <p:cNvPr id="424" name="Google Shape;424;p38"/>
          <p:cNvSpPr>
            <a:spLocks noGrp="1" noEditPoints="1"/>
          </p:cNvSpPr>
          <p:nvPr>
            <p:ph type="subTitle" idx="9"/>
          </p:nvPr>
        </p:nvSpPr>
        <p:spPr>
          <a:xfrm>
            <a:off x="1216273" y="2541421"/>
            <a:ext cx="3171514" cy="813579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r>
              <a:rPr lang="en-US" sz="1700" b="1" dirty="0">
                <a:latin typeface="Montserrat ExtraBold" panose="00000900000000000000" pitchFamily="2" charset="0"/>
                <a:ea typeface="Calibri" panose="020F0502020204030204" pitchFamily="34" charset="0"/>
                <a:cs typeface="Calibri" panose="020F0502020204030204" pitchFamily="34" charset="0"/>
              </a:rPr>
              <a:t>Weekly Load Variables</a:t>
            </a:r>
          </a:p>
        </p:txBody>
      </p:sp>
      <p:sp>
        <p:nvSpPr>
          <p:cNvPr id="426" name="Google Shape;426;p38"/>
          <p:cNvSpPr>
            <a:spLocks noGrp="1" noEditPoints="1"/>
          </p:cNvSpPr>
          <p:nvPr>
            <p:ph type="subTitle" idx="14"/>
          </p:nvPr>
        </p:nvSpPr>
        <p:spPr>
          <a:xfrm>
            <a:off x="6088127" y="1373571"/>
            <a:ext cx="2841093" cy="42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r>
              <a:rPr lang="en-US" sz="1800" b="1" dirty="0">
                <a:latin typeface="Montserrat ExtraBold" panose="00000900000000000000" pitchFamily="2" charset="0"/>
                <a:ea typeface="Calibri" panose="020F0502020204030204" pitchFamily="34" charset="0"/>
                <a:cs typeface="Calibri" panose="020F0502020204030204" pitchFamily="34" charset="0"/>
              </a:rPr>
              <a:t>Round Min / Max</a:t>
            </a:r>
          </a:p>
        </p:txBody>
      </p:sp>
      <p:grpSp>
        <p:nvGrpSpPr>
          <p:cNvPr id="39" name="Google Shape;9288;p69"/>
          <p:cNvGrpSpPr/>
          <p:nvPr/>
        </p:nvGrpSpPr>
        <p:grpSpPr>
          <a:xfrm>
            <a:off x="3084332" y="1427389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/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lnTo>
                    <a:pt x="9483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lnTo>
                    <a:pt x="9767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/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/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/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/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78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/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/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lnTo>
                    <a:pt x="347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/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lnTo>
                    <a:pt x="347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/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lnTo>
                    <a:pt x="378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/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lnTo>
                    <a:pt x="347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/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/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/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78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/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/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lnTo>
                    <a:pt x="347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/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lnTo>
                    <a:pt x="378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781;p68"/>
          <p:cNvGrpSpPr/>
          <p:nvPr/>
        </p:nvGrpSpPr>
        <p:grpSpPr>
          <a:xfrm>
            <a:off x="216560" y="1344655"/>
            <a:ext cx="324608" cy="374826"/>
            <a:chOff x="-39783425" y="2337925"/>
            <a:chExt cx="275700" cy="318350"/>
          </a:xfrm>
        </p:grpSpPr>
        <p:sp>
          <p:nvSpPr>
            <p:cNvPr id="57" name="Google Shape;8782;p68"/>
            <p:cNvSpPr/>
            <p:nvPr/>
          </p:nvSpPr>
          <p:spPr>
            <a:xfrm>
              <a:off x="-39739325" y="2468600"/>
              <a:ext cx="194575" cy="148500"/>
            </a:xfrm>
            <a:custGeom>
              <a:avLst/>
              <a:gdLst/>
              <a:ahLst/>
              <a:cxnLst/>
              <a:rect l="l" t="t" r="r" b="b"/>
              <a:pathLst>
                <a:path w="7783" h="5940">
                  <a:moveTo>
                    <a:pt x="6349" y="772"/>
                  </a:moveTo>
                  <a:cubicBezTo>
                    <a:pt x="6459" y="772"/>
                    <a:pt x="6570" y="812"/>
                    <a:pt x="6648" y="891"/>
                  </a:cubicBezTo>
                  <a:cubicBezTo>
                    <a:pt x="6711" y="954"/>
                    <a:pt x="6743" y="1017"/>
                    <a:pt x="6806" y="1080"/>
                  </a:cubicBezTo>
                  <a:cubicBezTo>
                    <a:pt x="6837" y="1300"/>
                    <a:pt x="6837" y="1458"/>
                    <a:pt x="6711" y="1552"/>
                  </a:cubicBezTo>
                  <a:lnTo>
                    <a:pt x="3340" y="4955"/>
                  </a:lnTo>
                  <a:cubicBezTo>
                    <a:pt x="3261" y="5033"/>
                    <a:pt x="3151" y="5073"/>
                    <a:pt x="3041" y="5073"/>
                  </a:cubicBezTo>
                  <a:cubicBezTo>
                    <a:pt x="2931" y="5073"/>
                    <a:pt x="2820" y="5033"/>
                    <a:pt x="2742" y="4955"/>
                  </a:cubicBezTo>
                  <a:lnTo>
                    <a:pt x="1040" y="3253"/>
                  </a:lnTo>
                  <a:cubicBezTo>
                    <a:pt x="883" y="3096"/>
                    <a:pt x="883" y="2812"/>
                    <a:pt x="1040" y="2655"/>
                  </a:cubicBezTo>
                  <a:lnTo>
                    <a:pt x="1135" y="2592"/>
                  </a:lnTo>
                  <a:cubicBezTo>
                    <a:pt x="1214" y="2513"/>
                    <a:pt x="1316" y="2474"/>
                    <a:pt x="1418" y="2474"/>
                  </a:cubicBezTo>
                  <a:cubicBezTo>
                    <a:pt x="1521" y="2474"/>
                    <a:pt x="1623" y="2513"/>
                    <a:pt x="1702" y="2592"/>
                  </a:cubicBezTo>
                  <a:lnTo>
                    <a:pt x="2742" y="3600"/>
                  </a:lnTo>
                  <a:cubicBezTo>
                    <a:pt x="2820" y="3679"/>
                    <a:pt x="2931" y="3718"/>
                    <a:pt x="3041" y="3718"/>
                  </a:cubicBezTo>
                  <a:cubicBezTo>
                    <a:pt x="3151" y="3718"/>
                    <a:pt x="3261" y="3679"/>
                    <a:pt x="3340" y="3600"/>
                  </a:cubicBezTo>
                  <a:lnTo>
                    <a:pt x="6050" y="891"/>
                  </a:lnTo>
                  <a:cubicBezTo>
                    <a:pt x="6128" y="812"/>
                    <a:pt x="6239" y="772"/>
                    <a:pt x="6349" y="772"/>
                  </a:cubicBezTo>
                  <a:close/>
                  <a:moveTo>
                    <a:pt x="6369" y="1"/>
                  </a:moveTo>
                  <a:cubicBezTo>
                    <a:pt x="6050" y="1"/>
                    <a:pt x="5719" y="119"/>
                    <a:pt x="5451" y="355"/>
                  </a:cubicBezTo>
                  <a:lnTo>
                    <a:pt x="3025" y="2781"/>
                  </a:lnTo>
                  <a:lnTo>
                    <a:pt x="2269" y="2025"/>
                  </a:lnTo>
                  <a:cubicBezTo>
                    <a:pt x="2040" y="1796"/>
                    <a:pt x="1742" y="1663"/>
                    <a:pt x="1421" y="1663"/>
                  </a:cubicBezTo>
                  <a:cubicBezTo>
                    <a:pt x="1256" y="1663"/>
                    <a:pt x="1085" y="1698"/>
                    <a:pt x="914" y="1773"/>
                  </a:cubicBezTo>
                  <a:cubicBezTo>
                    <a:pt x="694" y="1867"/>
                    <a:pt x="536" y="1993"/>
                    <a:pt x="473" y="2119"/>
                  </a:cubicBezTo>
                  <a:cubicBezTo>
                    <a:pt x="1" y="2592"/>
                    <a:pt x="1" y="3379"/>
                    <a:pt x="473" y="3883"/>
                  </a:cubicBezTo>
                  <a:lnTo>
                    <a:pt x="2143" y="5585"/>
                  </a:lnTo>
                  <a:cubicBezTo>
                    <a:pt x="2379" y="5821"/>
                    <a:pt x="2694" y="5939"/>
                    <a:pt x="3017" y="5939"/>
                  </a:cubicBezTo>
                  <a:cubicBezTo>
                    <a:pt x="3340" y="5939"/>
                    <a:pt x="3671" y="5821"/>
                    <a:pt x="3939" y="5585"/>
                  </a:cubicBezTo>
                  <a:lnTo>
                    <a:pt x="7310" y="2182"/>
                  </a:lnTo>
                  <a:cubicBezTo>
                    <a:pt x="7656" y="1836"/>
                    <a:pt x="7782" y="1300"/>
                    <a:pt x="7593" y="859"/>
                  </a:cubicBezTo>
                  <a:cubicBezTo>
                    <a:pt x="7467" y="575"/>
                    <a:pt x="7310" y="418"/>
                    <a:pt x="7215" y="355"/>
                  </a:cubicBezTo>
                  <a:cubicBezTo>
                    <a:pt x="6995" y="119"/>
                    <a:pt x="6688" y="1"/>
                    <a:pt x="6369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783;p68"/>
            <p:cNvSpPr/>
            <p:nvPr/>
          </p:nvSpPr>
          <p:spPr>
            <a:xfrm>
              <a:off x="-39783425" y="2337925"/>
              <a:ext cx="275700" cy="318350"/>
            </a:xfrm>
            <a:custGeom>
              <a:avLst/>
              <a:gdLst/>
              <a:ahLst/>
              <a:cxnLst/>
              <a:rect l="l" t="t" r="r" b="b"/>
              <a:pathLst>
                <a:path w="11028" h="12734">
                  <a:moveTo>
                    <a:pt x="5608" y="793"/>
                  </a:moveTo>
                  <a:cubicBezTo>
                    <a:pt x="5829" y="793"/>
                    <a:pt x="5986" y="1014"/>
                    <a:pt x="6049" y="1234"/>
                  </a:cubicBezTo>
                  <a:cubicBezTo>
                    <a:pt x="6049" y="1486"/>
                    <a:pt x="6238" y="1644"/>
                    <a:pt x="6459" y="1644"/>
                  </a:cubicBezTo>
                  <a:lnTo>
                    <a:pt x="8129" y="1644"/>
                  </a:lnTo>
                  <a:cubicBezTo>
                    <a:pt x="8349" y="1644"/>
                    <a:pt x="8507" y="1833"/>
                    <a:pt x="8570" y="2053"/>
                  </a:cubicBezTo>
                  <a:lnTo>
                    <a:pt x="8570" y="2494"/>
                  </a:lnTo>
                  <a:lnTo>
                    <a:pt x="2773" y="2494"/>
                  </a:lnTo>
                  <a:lnTo>
                    <a:pt x="2773" y="2116"/>
                  </a:lnTo>
                  <a:lnTo>
                    <a:pt x="2741" y="2116"/>
                  </a:lnTo>
                  <a:cubicBezTo>
                    <a:pt x="2741" y="1864"/>
                    <a:pt x="2930" y="1707"/>
                    <a:pt x="3119" y="1675"/>
                  </a:cubicBezTo>
                  <a:lnTo>
                    <a:pt x="4789" y="1675"/>
                  </a:lnTo>
                  <a:cubicBezTo>
                    <a:pt x="5010" y="1675"/>
                    <a:pt x="5167" y="1486"/>
                    <a:pt x="5167" y="1234"/>
                  </a:cubicBezTo>
                  <a:cubicBezTo>
                    <a:pt x="5167" y="1014"/>
                    <a:pt x="5356" y="856"/>
                    <a:pt x="5608" y="793"/>
                  </a:cubicBezTo>
                  <a:close/>
                  <a:moveTo>
                    <a:pt x="10177" y="2494"/>
                  </a:moveTo>
                  <a:lnTo>
                    <a:pt x="10177" y="11883"/>
                  </a:lnTo>
                  <a:lnTo>
                    <a:pt x="788" y="11883"/>
                  </a:lnTo>
                  <a:lnTo>
                    <a:pt x="788" y="2494"/>
                  </a:lnTo>
                  <a:lnTo>
                    <a:pt x="1891" y="2494"/>
                  </a:lnTo>
                  <a:lnTo>
                    <a:pt x="1891" y="2904"/>
                  </a:lnTo>
                  <a:cubicBezTo>
                    <a:pt x="1891" y="3125"/>
                    <a:pt x="2111" y="3314"/>
                    <a:pt x="2332" y="3314"/>
                  </a:cubicBezTo>
                  <a:lnTo>
                    <a:pt x="8948" y="3314"/>
                  </a:lnTo>
                  <a:cubicBezTo>
                    <a:pt x="9200" y="3314"/>
                    <a:pt x="9357" y="3125"/>
                    <a:pt x="9357" y="2904"/>
                  </a:cubicBezTo>
                  <a:lnTo>
                    <a:pt x="9357" y="2494"/>
                  </a:lnTo>
                  <a:lnTo>
                    <a:pt x="10177" y="2494"/>
                  </a:lnTo>
                  <a:close/>
                  <a:moveTo>
                    <a:pt x="5615" y="1"/>
                  </a:moveTo>
                  <a:cubicBezTo>
                    <a:pt x="5456" y="1"/>
                    <a:pt x="5293" y="33"/>
                    <a:pt x="5136" y="100"/>
                  </a:cubicBezTo>
                  <a:cubicBezTo>
                    <a:pt x="4821" y="226"/>
                    <a:pt x="4537" y="478"/>
                    <a:pt x="4474" y="856"/>
                  </a:cubicBezTo>
                  <a:lnTo>
                    <a:pt x="3151" y="856"/>
                  </a:lnTo>
                  <a:cubicBezTo>
                    <a:pt x="2647" y="856"/>
                    <a:pt x="2174" y="1203"/>
                    <a:pt x="1985" y="1675"/>
                  </a:cubicBezTo>
                  <a:lnTo>
                    <a:pt x="410" y="1675"/>
                  </a:lnTo>
                  <a:cubicBezTo>
                    <a:pt x="158" y="1675"/>
                    <a:pt x="0" y="1864"/>
                    <a:pt x="0" y="2116"/>
                  </a:cubicBezTo>
                  <a:lnTo>
                    <a:pt x="0" y="12292"/>
                  </a:lnTo>
                  <a:cubicBezTo>
                    <a:pt x="0" y="12544"/>
                    <a:pt x="221" y="12734"/>
                    <a:pt x="410" y="12734"/>
                  </a:cubicBezTo>
                  <a:lnTo>
                    <a:pt x="10618" y="12734"/>
                  </a:lnTo>
                  <a:cubicBezTo>
                    <a:pt x="10838" y="12734"/>
                    <a:pt x="11027" y="12544"/>
                    <a:pt x="11027" y="12292"/>
                  </a:cubicBezTo>
                  <a:lnTo>
                    <a:pt x="11027" y="2116"/>
                  </a:lnTo>
                  <a:cubicBezTo>
                    <a:pt x="10996" y="1864"/>
                    <a:pt x="10807" y="1675"/>
                    <a:pt x="10555" y="1675"/>
                  </a:cubicBezTo>
                  <a:lnTo>
                    <a:pt x="9263" y="1675"/>
                  </a:lnTo>
                  <a:cubicBezTo>
                    <a:pt x="9105" y="1203"/>
                    <a:pt x="8633" y="856"/>
                    <a:pt x="8097" y="856"/>
                  </a:cubicBezTo>
                  <a:lnTo>
                    <a:pt x="6774" y="856"/>
                  </a:lnTo>
                  <a:cubicBezTo>
                    <a:pt x="6606" y="328"/>
                    <a:pt x="6127" y="1"/>
                    <a:pt x="5615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" name="Google Shape;9234;p69"/>
          <p:cNvGrpSpPr/>
          <p:nvPr/>
        </p:nvGrpSpPr>
        <p:grpSpPr>
          <a:xfrm>
            <a:off x="5841386" y="1345309"/>
            <a:ext cx="351315" cy="348513"/>
            <a:chOff x="6167350" y="2672800"/>
            <a:chExt cx="297750" cy="295375"/>
          </a:xfrm>
        </p:grpSpPr>
        <p:sp>
          <p:nvSpPr>
            <p:cNvPr id="68" name="Google Shape;9235;p69"/>
            <p:cNvSpPr/>
            <p:nvPr/>
          </p:nvSpPr>
          <p:spPr>
            <a:xfrm>
              <a:off x="6167350" y="2672800"/>
              <a:ext cx="226850" cy="295375"/>
            </a:xfrm>
            <a:custGeom>
              <a:avLst/>
              <a:gdLst/>
              <a:ahLst/>
              <a:cxnLst/>
              <a:rect l="l" t="t" r="r" b="b"/>
              <a:pathLst>
                <a:path w="9074" h="11815">
                  <a:moveTo>
                    <a:pt x="4537" y="725"/>
                  </a:moveTo>
                  <a:cubicBezTo>
                    <a:pt x="4758" y="725"/>
                    <a:pt x="4915" y="882"/>
                    <a:pt x="4915" y="1071"/>
                  </a:cubicBezTo>
                  <a:cubicBezTo>
                    <a:pt x="4915" y="1260"/>
                    <a:pt x="5073" y="1418"/>
                    <a:pt x="5262" y="1418"/>
                  </a:cubicBezTo>
                  <a:lnTo>
                    <a:pt x="5955" y="1418"/>
                  </a:lnTo>
                  <a:cubicBezTo>
                    <a:pt x="6175" y="1418"/>
                    <a:pt x="6333" y="1575"/>
                    <a:pt x="6333" y="1796"/>
                  </a:cubicBezTo>
                  <a:cubicBezTo>
                    <a:pt x="6333" y="1985"/>
                    <a:pt x="6175" y="2142"/>
                    <a:pt x="5955" y="2142"/>
                  </a:cubicBezTo>
                  <a:lnTo>
                    <a:pt x="3119" y="2142"/>
                  </a:lnTo>
                  <a:cubicBezTo>
                    <a:pt x="2930" y="2142"/>
                    <a:pt x="2773" y="1985"/>
                    <a:pt x="2773" y="1796"/>
                  </a:cubicBezTo>
                  <a:cubicBezTo>
                    <a:pt x="2773" y="1575"/>
                    <a:pt x="2930" y="1418"/>
                    <a:pt x="3151" y="1418"/>
                  </a:cubicBezTo>
                  <a:lnTo>
                    <a:pt x="3844" y="1418"/>
                  </a:lnTo>
                  <a:cubicBezTo>
                    <a:pt x="4033" y="1418"/>
                    <a:pt x="4191" y="1260"/>
                    <a:pt x="4191" y="1071"/>
                  </a:cubicBezTo>
                  <a:cubicBezTo>
                    <a:pt x="4191" y="882"/>
                    <a:pt x="4348" y="725"/>
                    <a:pt x="4537" y="725"/>
                  </a:cubicBezTo>
                  <a:close/>
                  <a:moveTo>
                    <a:pt x="8066" y="2111"/>
                  </a:moveTo>
                  <a:cubicBezTo>
                    <a:pt x="8255" y="2111"/>
                    <a:pt x="8412" y="2268"/>
                    <a:pt x="8412" y="2458"/>
                  </a:cubicBezTo>
                  <a:lnTo>
                    <a:pt x="8412" y="10806"/>
                  </a:lnTo>
                  <a:lnTo>
                    <a:pt x="8381" y="10806"/>
                  </a:lnTo>
                  <a:cubicBezTo>
                    <a:pt x="8381" y="10995"/>
                    <a:pt x="8223" y="11153"/>
                    <a:pt x="8034" y="11153"/>
                  </a:cubicBezTo>
                  <a:lnTo>
                    <a:pt x="1040" y="11153"/>
                  </a:lnTo>
                  <a:cubicBezTo>
                    <a:pt x="851" y="11153"/>
                    <a:pt x="693" y="10995"/>
                    <a:pt x="693" y="10806"/>
                  </a:cubicBezTo>
                  <a:lnTo>
                    <a:pt x="693" y="2458"/>
                  </a:lnTo>
                  <a:cubicBezTo>
                    <a:pt x="693" y="2268"/>
                    <a:pt x="851" y="2111"/>
                    <a:pt x="1040" y="2111"/>
                  </a:cubicBezTo>
                  <a:lnTo>
                    <a:pt x="2143" y="2111"/>
                  </a:lnTo>
                  <a:cubicBezTo>
                    <a:pt x="2300" y="2489"/>
                    <a:pt x="2647" y="2804"/>
                    <a:pt x="3119" y="2804"/>
                  </a:cubicBezTo>
                  <a:lnTo>
                    <a:pt x="5986" y="2804"/>
                  </a:lnTo>
                  <a:cubicBezTo>
                    <a:pt x="6396" y="2804"/>
                    <a:pt x="6805" y="2521"/>
                    <a:pt x="6963" y="2111"/>
                  </a:cubicBezTo>
                  <a:lnTo>
                    <a:pt x="8066" y="2111"/>
                  </a:lnTo>
                  <a:close/>
                  <a:moveTo>
                    <a:pt x="4506" y="0"/>
                  </a:moveTo>
                  <a:cubicBezTo>
                    <a:pt x="4096" y="0"/>
                    <a:pt x="3686" y="284"/>
                    <a:pt x="3529" y="725"/>
                  </a:cubicBezTo>
                  <a:lnTo>
                    <a:pt x="3088" y="725"/>
                  </a:lnTo>
                  <a:cubicBezTo>
                    <a:pt x="2678" y="725"/>
                    <a:pt x="2269" y="1008"/>
                    <a:pt x="2111" y="1418"/>
                  </a:cubicBezTo>
                  <a:lnTo>
                    <a:pt x="1009" y="1418"/>
                  </a:lnTo>
                  <a:cubicBezTo>
                    <a:pt x="410" y="1418"/>
                    <a:pt x="0" y="1890"/>
                    <a:pt x="0" y="2458"/>
                  </a:cubicBezTo>
                  <a:lnTo>
                    <a:pt x="0" y="10806"/>
                  </a:lnTo>
                  <a:cubicBezTo>
                    <a:pt x="0" y="11405"/>
                    <a:pt x="473" y="11814"/>
                    <a:pt x="1009" y="11814"/>
                  </a:cubicBezTo>
                  <a:lnTo>
                    <a:pt x="7971" y="11814"/>
                  </a:lnTo>
                  <a:cubicBezTo>
                    <a:pt x="8570" y="11814"/>
                    <a:pt x="9011" y="11342"/>
                    <a:pt x="9011" y="10806"/>
                  </a:cubicBezTo>
                  <a:lnTo>
                    <a:pt x="9011" y="2458"/>
                  </a:lnTo>
                  <a:cubicBezTo>
                    <a:pt x="9074" y="1859"/>
                    <a:pt x="8601" y="1418"/>
                    <a:pt x="8034" y="1418"/>
                  </a:cubicBezTo>
                  <a:lnTo>
                    <a:pt x="6931" y="1418"/>
                  </a:lnTo>
                  <a:cubicBezTo>
                    <a:pt x="6774" y="1040"/>
                    <a:pt x="6396" y="725"/>
                    <a:pt x="5923" y="725"/>
                  </a:cubicBezTo>
                  <a:lnTo>
                    <a:pt x="5545" y="725"/>
                  </a:lnTo>
                  <a:cubicBezTo>
                    <a:pt x="5514" y="567"/>
                    <a:pt x="5388" y="441"/>
                    <a:pt x="5262" y="315"/>
                  </a:cubicBezTo>
                  <a:cubicBezTo>
                    <a:pt x="5073" y="126"/>
                    <a:pt x="4789" y="0"/>
                    <a:pt x="4506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9236;p69"/>
            <p:cNvSpPr/>
            <p:nvPr/>
          </p:nvSpPr>
          <p:spPr>
            <a:xfrm>
              <a:off x="6201225" y="2762575"/>
              <a:ext cx="52775" cy="49650"/>
            </a:xfrm>
            <a:custGeom>
              <a:avLst/>
              <a:gdLst/>
              <a:ahLst/>
              <a:cxnLst/>
              <a:rect l="l" t="t" r="r" b="b"/>
              <a:pathLst>
                <a:path w="2111" h="1986">
                  <a:moveTo>
                    <a:pt x="406" y="1"/>
                  </a:moveTo>
                  <a:cubicBezTo>
                    <a:pt x="315" y="1"/>
                    <a:pt x="221" y="32"/>
                    <a:pt x="158" y="95"/>
                  </a:cubicBezTo>
                  <a:cubicBezTo>
                    <a:pt x="63" y="190"/>
                    <a:pt x="63" y="442"/>
                    <a:pt x="158" y="568"/>
                  </a:cubicBezTo>
                  <a:lnTo>
                    <a:pt x="599" y="977"/>
                  </a:lnTo>
                  <a:lnTo>
                    <a:pt x="158" y="1418"/>
                  </a:lnTo>
                  <a:cubicBezTo>
                    <a:pt x="0" y="1544"/>
                    <a:pt x="0" y="1733"/>
                    <a:pt x="158" y="1891"/>
                  </a:cubicBezTo>
                  <a:cubicBezTo>
                    <a:pt x="221" y="1954"/>
                    <a:pt x="315" y="1985"/>
                    <a:pt x="406" y="1985"/>
                  </a:cubicBezTo>
                  <a:cubicBezTo>
                    <a:pt x="496" y="1985"/>
                    <a:pt x="583" y="1954"/>
                    <a:pt x="630" y="1891"/>
                  </a:cubicBezTo>
                  <a:lnTo>
                    <a:pt x="1071" y="1450"/>
                  </a:lnTo>
                  <a:lnTo>
                    <a:pt x="1512" y="1891"/>
                  </a:lnTo>
                  <a:cubicBezTo>
                    <a:pt x="1575" y="1954"/>
                    <a:pt x="1662" y="1985"/>
                    <a:pt x="1749" y="1985"/>
                  </a:cubicBezTo>
                  <a:cubicBezTo>
                    <a:pt x="1835" y="1985"/>
                    <a:pt x="1922" y="1954"/>
                    <a:pt x="1985" y="1891"/>
                  </a:cubicBezTo>
                  <a:cubicBezTo>
                    <a:pt x="2111" y="1765"/>
                    <a:pt x="2111" y="1544"/>
                    <a:pt x="1985" y="1418"/>
                  </a:cubicBezTo>
                  <a:lnTo>
                    <a:pt x="1544" y="977"/>
                  </a:lnTo>
                  <a:lnTo>
                    <a:pt x="1985" y="568"/>
                  </a:lnTo>
                  <a:cubicBezTo>
                    <a:pt x="2111" y="442"/>
                    <a:pt x="2111" y="190"/>
                    <a:pt x="1985" y="95"/>
                  </a:cubicBezTo>
                  <a:cubicBezTo>
                    <a:pt x="1922" y="32"/>
                    <a:pt x="1835" y="1"/>
                    <a:pt x="1749" y="1"/>
                  </a:cubicBezTo>
                  <a:cubicBezTo>
                    <a:pt x="1662" y="1"/>
                    <a:pt x="1575" y="32"/>
                    <a:pt x="1512" y="95"/>
                  </a:cubicBezTo>
                  <a:lnTo>
                    <a:pt x="1071" y="505"/>
                  </a:lnTo>
                  <a:lnTo>
                    <a:pt x="630" y="95"/>
                  </a:lnTo>
                  <a:cubicBezTo>
                    <a:pt x="583" y="32"/>
                    <a:pt x="496" y="1"/>
                    <a:pt x="406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9237;p69"/>
            <p:cNvSpPr/>
            <p:nvPr/>
          </p:nvSpPr>
          <p:spPr>
            <a:xfrm>
              <a:off x="6308325" y="2882300"/>
              <a:ext cx="51225" cy="49650"/>
            </a:xfrm>
            <a:custGeom>
              <a:avLst/>
              <a:gdLst/>
              <a:ahLst/>
              <a:cxnLst/>
              <a:rect l="l" t="t" r="r" b="b"/>
              <a:pathLst>
                <a:path w="2049" h="1986">
                  <a:moveTo>
                    <a:pt x="363" y="0"/>
                  </a:moveTo>
                  <a:cubicBezTo>
                    <a:pt x="276" y="0"/>
                    <a:pt x="190" y="32"/>
                    <a:pt x="127" y="95"/>
                  </a:cubicBezTo>
                  <a:cubicBezTo>
                    <a:pt x="1" y="221"/>
                    <a:pt x="1" y="441"/>
                    <a:pt x="127" y="567"/>
                  </a:cubicBezTo>
                  <a:lnTo>
                    <a:pt x="568" y="1009"/>
                  </a:lnTo>
                  <a:lnTo>
                    <a:pt x="127" y="1450"/>
                  </a:lnTo>
                  <a:cubicBezTo>
                    <a:pt x="1" y="1544"/>
                    <a:pt x="1" y="1796"/>
                    <a:pt x="127" y="1891"/>
                  </a:cubicBezTo>
                  <a:cubicBezTo>
                    <a:pt x="190" y="1954"/>
                    <a:pt x="276" y="1985"/>
                    <a:pt x="363" y="1985"/>
                  </a:cubicBezTo>
                  <a:cubicBezTo>
                    <a:pt x="450" y="1985"/>
                    <a:pt x="536" y="1954"/>
                    <a:pt x="599" y="1891"/>
                  </a:cubicBezTo>
                  <a:lnTo>
                    <a:pt x="1040" y="1481"/>
                  </a:lnTo>
                  <a:lnTo>
                    <a:pt x="1481" y="1891"/>
                  </a:lnTo>
                  <a:cubicBezTo>
                    <a:pt x="1529" y="1954"/>
                    <a:pt x="1615" y="1985"/>
                    <a:pt x="1706" y="1985"/>
                  </a:cubicBezTo>
                  <a:cubicBezTo>
                    <a:pt x="1797" y="1985"/>
                    <a:pt x="1891" y="1954"/>
                    <a:pt x="1954" y="1891"/>
                  </a:cubicBezTo>
                  <a:cubicBezTo>
                    <a:pt x="2049" y="1796"/>
                    <a:pt x="2049" y="1544"/>
                    <a:pt x="1954" y="1450"/>
                  </a:cubicBezTo>
                  <a:lnTo>
                    <a:pt x="1513" y="1009"/>
                  </a:lnTo>
                  <a:lnTo>
                    <a:pt x="1954" y="567"/>
                  </a:lnTo>
                  <a:cubicBezTo>
                    <a:pt x="2049" y="441"/>
                    <a:pt x="2049" y="252"/>
                    <a:pt x="1954" y="95"/>
                  </a:cubicBezTo>
                  <a:cubicBezTo>
                    <a:pt x="1891" y="32"/>
                    <a:pt x="1804" y="0"/>
                    <a:pt x="1718" y="0"/>
                  </a:cubicBezTo>
                  <a:cubicBezTo>
                    <a:pt x="1631" y="0"/>
                    <a:pt x="1544" y="32"/>
                    <a:pt x="1481" y="95"/>
                  </a:cubicBezTo>
                  <a:lnTo>
                    <a:pt x="1040" y="536"/>
                  </a:lnTo>
                  <a:lnTo>
                    <a:pt x="599" y="95"/>
                  </a:lnTo>
                  <a:cubicBezTo>
                    <a:pt x="536" y="32"/>
                    <a:pt x="450" y="0"/>
                    <a:pt x="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9238;p69"/>
            <p:cNvSpPr/>
            <p:nvPr/>
          </p:nvSpPr>
          <p:spPr>
            <a:xfrm>
              <a:off x="6200425" y="2759425"/>
              <a:ext cx="156775" cy="174875"/>
            </a:xfrm>
            <a:custGeom>
              <a:avLst/>
              <a:gdLst/>
              <a:ahLst/>
              <a:cxnLst/>
              <a:rect l="l" t="t" r="r" b="b"/>
              <a:pathLst>
                <a:path w="6271" h="6995">
                  <a:moveTo>
                    <a:pt x="1103" y="5609"/>
                  </a:moveTo>
                  <a:cubicBezTo>
                    <a:pt x="1292" y="5609"/>
                    <a:pt x="1450" y="5766"/>
                    <a:pt x="1450" y="5955"/>
                  </a:cubicBezTo>
                  <a:cubicBezTo>
                    <a:pt x="1450" y="6144"/>
                    <a:pt x="1292" y="6302"/>
                    <a:pt x="1103" y="6302"/>
                  </a:cubicBezTo>
                  <a:cubicBezTo>
                    <a:pt x="914" y="6302"/>
                    <a:pt x="757" y="6144"/>
                    <a:pt x="757" y="5955"/>
                  </a:cubicBezTo>
                  <a:cubicBezTo>
                    <a:pt x="757" y="5766"/>
                    <a:pt x="914" y="5609"/>
                    <a:pt x="1103" y="5609"/>
                  </a:cubicBezTo>
                  <a:close/>
                  <a:moveTo>
                    <a:pt x="5325" y="1"/>
                  </a:moveTo>
                  <a:cubicBezTo>
                    <a:pt x="5230" y="1"/>
                    <a:pt x="5136" y="64"/>
                    <a:pt x="5073" y="127"/>
                  </a:cubicBezTo>
                  <a:lnTo>
                    <a:pt x="4380" y="851"/>
                  </a:lnTo>
                  <a:cubicBezTo>
                    <a:pt x="4254" y="946"/>
                    <a:pt x="4254" y="1198"/>
                    <a:pt x="4380" y="1324"/>
                  </a:cubicBezTo>
                  <a:cubicBezTo>
                    <a:pt x="4443" y="1371"/>
                    <a:pt x="4529" y="1395"/>
                    <a:pt x="4616" y="1395"/>
                  </a:cubicBezTo>
                  <a:cubicBezTo>
                    <a:pt x="4703" y="1395"/>
                    <a:pt x="4789" y="1371"/>
                    <a:pt x="4852" y="1324"/>
                  </a:cubicBezTo>
                  <a:lnTo>
                    <a:pt x="4978" y="1198"/>
                  </a:lnTo>
                  <a:lnTo>
                    <a:pt x="4978" y="2458"/>
                  </a:lnTo>
                  <a:cubicBezTo>
                    <a:pt x="4978" y="2647"/>
                    <a:pt x="4821" y="2805"/>
                    <a:pt x="4600" y="2805"/>
                  </a:cubicBezTo>
                  <a:lnTo>
                    <a:pt x="1765" y="2805"/>
                  </a:lnTo>
                  <a:cubicBezTo>
                    <a:pt x="1513" y="2805"/>
                    <a:pt x="1229" y="2931"/>
                    <a:pt x="1040" y="3120"/>
                  </a:cubicBezTo>
                  <a:cubicBezTo>
                    <a:pt x="820" y="3309"/>
                    <a:pt x="725" y="3592"/>
                    <a:pt x="725" y="3876"/>
                  </a:cubicBezTo>
                  <a:lnTo>
                    <a:pt x="725" y="4978"/>
                  </a:lnTo>
                  <a:cubicBezTo>
                    <a:pt x="316" y="5136"/>
                    <a:pt x="1" y="5482"/>
                    <a:pt x="1" y="5955"/>
                  </a:cubicBezTo>
                  <a:cubicBezTo>
                    <a:pt x="1" y="6554"/>
                    <a:pt x="473" y="6995"/>
                    <a:pt x="1040" y="6995"/>
                  </a:cubicBezTo>
                  <a:cubicBezTo>
                    <a:pt x="1607" y="6995"/>
                    <a:pt x="2048" y="6522"/>
                    <a:pt x="2048" y="5955"/>
                  </a:cubicBezTo>
                  <a:cubicBezTo>
                    <a:pt x="2048" y="5514"/>
                    <a:pt x="1765" y="5136"/>
                    <a:pt x="1355" y="4978"/>
                  </a:cubicBezTo>
                  <a:lnTo>
                    <a:pt x="1355" y="3876"/>
                  </a:lnTo>
                  <a:cubicBezTo>
                    <a:pt x="1355" y="3687"/>
                    <a:pt x="1513" y="3529"/>
                    <a:pt x="1702" y="3529"/>
                  </a:cubicBezTo>
                  <a:lnTo>
                    <a:pt x="4537" y="3529"/>
                  </a:lnTo>
                  <a:cubicBezTo>
                    <a:pt x="5136" y="3529"/>
                    <a:pt x="5545" y="3057"/>
                    <a:pt x="5545" y="2490"/>
                  </a:cubicBezTo>
                  <a:lnTo>
                    <a:pt x="5545" y="1229"/>
                  </a:lnTo>
                  <a:lnTo>
                    <a:pt x="5671" y="1355"/>
                  </a:lnTo>
                  <a:cubicBezTo>
                    <a:pt x="5734" y="1418"/>
                    <a:pt x="5821" y="1450"/>
                    <a:pt x="5908" y="1450"/>
                  </a:cubicBezTo>
                  <a:cubicBezTo>
                    <a:pt x="5994" y="1450"/>
                    <a:pt x="6081" y="1418"/>
                    <a:pt x="6144" y="1355"/>
                  </a:cubicBezTo>
                  <a:cubicBezTo>
                    <a:pt x="6270" y="1229"/>
                    <a:pt x="6270" y="1009"/>
                    <a:pt x="6144" y="883"/>
                  </a:cubicBezTo>
                  <a:lnTo>
                    <a:pt x="5545" y="127"/>
                  </a:lnTo>
                  <a:cubicBezTo>
                    <a:pt x="5482" y="64"/>
                    <a:pt x="5388" y="1"/>
                    <a:pt x="5325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9239;p69"/>
            <p:cNvSpPr/>
            <p:nvPr/>
          </p:nvSpPr>
          <p:spPr>
            <a:xfrm>
              <a:off x="6412300" y="2742900"/>
              <a:ext cx="52800" cy="208725"/>
            </a:xfrm>
            <a:custGeom>
              <a:avLst/>
              <a:gdLst/>
              <a:ahLst/>
              <a:cxnLst/>
              <a:rect l="l" t="t" r="r" b="b"/>
              <a:pathLst>
                <a:path w="2112" h="8349">
                  <a:moveTo>
                    <a:pt x="1009" y="662"/>
                  </a:moveTo>
                  <a:cubicBezTo>
                    <a:pt x="1229" y="662"/>
                    <a:pt x="1387" y="819"/>
                    <a:pt x="1387" y="1040"/>
                  </a:cubicBezTo>
                  <a:lnTo>
                    <a:pt x="1387" y="1386"/>
                  </a:lnTo>
                  <a:lnTo>
                    <a:pt x="662" y="1386"/>
                  </a:lnTo>
                  <a:lnTo>
                    <a:pt x="662" y="1040"/>
                  </a:ln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387" y="2048"/>
                  </a:moveTo>
                  <a:lnTo>
                    <a:pt x="1387" y="6017"/>
                  </a:lnTo>
                  <a:cubicBezTo>
                    <a:pt x="1261" y="5986"/>
                    <a:pt x="1142" y="5970"/>
                    <a:pt x="1024" y="5970"/>
                  </a:cubicBezTo>
                  <a:cubicBezTo>
                    <a:pt x="906" y="5970"/>
                    <a:pt x="788" y="5986"/>
                    <a:pt x="662" y="6017"/>
                  </a:cubicBezTo>
                  <a:lnTo>
                    <a:pt x="662" y="2048"/>
                  </a:lnTo>
                  <a:lnTo>
                    <a:pt x="1387" y="2048"/>
                  </a:lnTo>
                  <a:close/>
                  <a:moveTo>
                    <a:pt x="1009" y="6711"/>
                  </a:moveTo>
                  <a:cubicBezTo>
                    <a:pt x="1103" y="6711"/>
                    <a:pt x="1166" y="6711"/>
                    <a:pt x="1261" y="6742"/>
                  </a:cubicBezTo>
                  <a:lnTo>
                    <a:pt x="1009" y="7246"/>
                  </a:lnTo>
                  <a:lnTo>
                    <a:pt x="788" y="6742"/>
                  </a:lnTo>
                  <a:cubicBezTo>
                    <a:pt x="851" y="6711"/>
                    <a:pt x="946" y="6711"/>
                    <a:pt x="1009" y="6711"/>
                  </a:cubicBezTo>
                  <a:close/>
                  <a:moveTo>
                    <a:pt x="1009" y="0"/>
                  </a:moveTo>
                  <a:cubicBezTo>
                    <a:pt x="441" y="0"/>
                    <a:pt x="0" y="473"/>
                    <a:pt x="0" y="1040"/>
                  </a:cubicBezTo>
                  <a:lnTo>
                    <a:pt x="0" y="6616"/>
                  </a:lnTo>
                  <a:cubicBezTo>
                    <a:pt x="0" y="6648"/>
                    <a:pt x="0" y="6742"/>
                    <a:pt x="32" y="6774"/>
                  </a:cubicBezTo>
                  <a:lnTo>
                    <a:pt x="757" y="8160"/>
                  </a:lnTo>
                  <a:cubicBezTo>
                    <a:pt x="788" y="8286"/>
                    <a:pt x="946" y="8349"/>
                    <a:pt x="1040" y="8349"/>
                  </a:cubicBezTo>
                  <a:cubicBezTo>
                    <a:pt x="1166" y="8349"/>
                    <a:pt x="1292" y="8286"/>
                    <a:pt x="1355" y="8160"/>
                  </a:cubicBezTo>
                  <a:lnTo>
                    <a:pt x="2080" y="6774"/>
                  </a:lnTo>
                  <a:cubicBezTo>
                    <a:pt x="2111" y="6742"/>
                    <a:pt x="2111" y="6648"/>
                    <a:pt x="2111" y="6616"/>
                  </a:cubicBezTo>
                  <a:lnTo>
                    <a:pt x="2111" y="1040"/>
                  </a:lnTo>
                  <a:cubicBezTo>
                    <a:pt x="2048" y="473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6B02396-65A2-7192-E1C0-4EB16F88A398}"/>
              </a:ext>
            </a:extLst>
          </p:cNvPr>
          <p:cNvGrpSpPr/>
          <p:nvPr/>
        </p:nvGrpSpPr>
        <p:grpSpPr>
          <a:xfrm>
            <a:off x="4833601" y="2992855"/>
            <a:ext cx="322553" cy="342328"/>
            <a:chOff x="4075321" y="3074629"/>
            <a:chExt cx="322553" cy="342328"/>
          </a:xfrm>
        </p:grpSpPr>
        <p:sp>
          <p:nvSpPr>
            <p:cNvPr id="74" name="Google Shape;10011;p71"/>
            <p:cNvSpPr/>
            <p:nvPr/>
          </p:nvSpPr>
          <p:spPr>
            <a:xfrm>
              <a:off x="4075321" y="3075377"/>
              <a:ext cx="322553" cy="341580"/>
            </a:xfrm>
            <a:custGeom>
              <a:avLst/>
              <a:gdLst/>
              <a:ahLst/>
              <a:cxnLst/>
              <a:rect l="l" t="t" r="r" b="b"/>
              <a:pathLst>
                <a:path w="13359" h="14147">
                  <a:moveTo>
                    <a:pt x="7184" y="1670"/>
                  </a:moveTo>
                  <a:cubicBezTo>
                    <a:pt x="7405" y="1670"/>
                    <a:pt x="7625" y="1859"/>
                    <a:pt x="7625" y="2048"/>
                  </a:cubicBezTo>
                  <a:lnTo>
                    <a:pt x="7625" y="4191"/>
                  </a:lnTo>
                  <a:cubicBezTo>
                    <a:pt x="7499" y="4128"/>
                    <a:pt x="7342" y="4096"/>
                    <a:pt x="7184" y="4096"/>
                  </a:cubicBezTo>
                  <a:cubicBezTo>
                    <a:pt x="7027" y="4096"/>
                    <a:pt x="6900" y="4128"/>
                    <a:pt x="6743" y="4191"/>
                  </a:cubicBezTo>
                  <a:lnTo>
                    <a:pt x="6743" y="2048"/>
                  </a:lnTo>
                  <a:cubicBezTo>
                    <a:pt x="6743" y="1828"/>
                    <a:pt x="6932" y="1670"/>
                    <a:pt x="7184" y="1670"/>
                  </a:cubicBezTo>
                  <a:close/>
                  <a:moveTo>
                    <a:pt x="8791" y="788"/>
                  </a:moveTo>
                  <a:cubicBezTo>
                    <a:pt x="8980" y="788"/>
                    <a:pt x="9200" y="977"/>
                    <a:pt x="9200" y="1229"/>
                  </a:cubicBezTo>
                  <a:lnTo>
                    <a:pt x="9200" y="5356"/>
                  </a:lnTo>
                  <a:cubicBezTo>
                    <a:pt x="9200" y="5608"/>
                    <a:pt x="9389" y="5797"/>
                    <a:pt x="9610" y="5797"/>
                  </a:cubicBezTo>
                  <a:cubicBezTo>
                    <a:pt x="9862" y="5797"/>
                    <a:pt x="10019" y="5608"/>
                    <a:pt x="10019" y="5356"/>
                  </a:cubicBezTo>
                  <a:lnTo>
                    <a:pt x="10019" y="2048"/>
                  </a:lnTo>
                  <a:cubicBezTo>
                    <a:pt x="10019" y="1828"/>
                    <a:pt x="10209" y="1670"/>
                    <a:pt x="10398" y="1670"/>
                  </a:cubicBezTo>
                  <a:cubicBezTo>
                    <a:pt x="10618" y="1670"/>
                    <a:pt x="10807" y="1859"/>
                    <a:pt x="10807" y="2048"/>
                  </a:cubicBezTo>
                  <a:lnTo>
                    <a:pt x="10807" y="5356"/>
                  </a:lnTo>
                  <a:cubicBezTo>
                    <a:pt x="10807" y="5608"/>
                    <a:pt x="10996" y="5797"/>
                    <a:pt x="11185" y="5797"/>
                  </a:cubicBezTo>
                  <a:cubicBezTo>
                    <a:pt x="11406" y="5797"/>
                    <a:pt x="11626" y="5608"/>
                    <a:pt x="11626" y="5356"/>
                  </a:cubicBezTo>
                  <a:lnTo>
                    <a:pt x="11626" y="4537"/>
                  </a:lnTo>
                  <a:cubicBezTo>
                    <a:pt x="11626" y="4285"/>
                    <a:pt x="11815" y="4096"/>
                    <a:pt x="12036" y="4096"/>
                  </a:cubicBezTo>
                  <a:cubicBezTo>
                    <a:pt x="12256" y="4096"/>
                    <a:pt x="12414" y="4285"/>
                    <a:pt x="12414" y="4537"/>
                  </a:cubicBezTo>
                  <a:lnTo>
                    <a:pt x="12414" y="8696"/>
                  </a:lnTo>
                  <a:cubicBezTo>
                    <a:pt x="12414" y="9389"/>
                    <a:pt x="11878" y="9925"/>
                    <a:pt x="11154" y="9925"/>
                  </a:cubicBezTo>
                  <a:lnTo>
                    <a:pt x="9925" y="9925"/>
                  </a:lnTo>
                  <a:lnTo>
                    <a:pt x="9925" y="7845"/>
                  </a:lnTo>
                  <a:cubicBezTo>
                    <a:pt x="9925" y="7184"/>
                    <a:pt x="9389" y="6617"/>
                    <a:pt x="8665" y="6617"/>
                  </a:cubicBezTo>
                  <a:cubicBezTo>
                    <a:pt x="8507" y="6617"/>
                    <a:pt x="8413" y="6648"/>
                    <a:pt x="8287" y="6711"/>
                  </a:cubicBezTo>
                  <a:cubicBezTo>
                    <a:pt x="8413" y="6585"/>
                    <a:pt x="8413" y="1891"/>
                    <a:pt x="8413" y="1229"/>
                  </a:cubicBezTo>
                  <a:cubicBezTo>
                    <a:pt x="8413" y="977"/>
                    <a:pt x="8602" y="788"/>
                    <a:pt x="8791" y="788"/>
                  </a:cubicBezTo>
                  <a:close/>
                  <a:moveTo>
                    <a:pt x="5483" y="4096"/>
                  </a:moveTo>
                  <a:cubicBezTo>
                    <a:pt x="5735" y="4096"/>
                    <a:pt x="5892" y="4254"/>
                    <a:pt x="5924" y="4506"/>
                  </a:cubicBezTo>
                  <a:lnTo>
                    <a:pt x="5924" y="8696"/>
                  </a:lnTo>
                  <a:cubicBezTo>
                    <a:pt x="5924" y="8948"/>
                    <a:pt x="6113" y="9105"/>
                    <a:pt x="6302" y="9105"/>
                  </a:cubicBezTo>
                  <a:cubicBezTo>
                    <a:pt x="6554" y="9105"/>
                    <a:pt x="6743" y="8885"/>
                    <a:pt x="6743" y="8696"/>
                  </a:cubicBezTo>
                  <a:lnTo>
                    <a:pt x="6743" y="5356"/>
                  </a:lnTo>
                  <a:cubicBezTo>
                    <a:pt x="6743" y="5136"/>
                    <a:pt x="6932" y="4915"/>
                    <a:pt x="7153" y="4915"/>
                  </a:cubicBezTo>
                  <a:cubicBezTo>
                    <a:pt x="7342" y="4915"/>
                    <a:pt x="7562" y="5136"/>
                    <a:pt x="7562" y="5356"/>
                  </a:cubicBezTo>
                  <a:lnTo>
                    <a:pt x="7562" y="8696"/>
                  </a:lnTo>
                  <a:cubicBezTo>
                    <a:pt x="7562" y="8948"/>
                    <a:pt x="7783" y="9105"/>
                    <a:pt x="7972" y="9105"/>
                  </a:cubicBezTo>
                  <a:cubicBezTo>
                    <a:pt x="8161" y="9105"/>
                    <a:pt x="8350" y="8885"/>
                    <a:pt x="8350" y="8696"/>
                  </a:cubicBezTo>
                  <a:lnTo>
                    <a:pt x="8350" y="7877"/>
                  </a:lnTo>
                  <a:cubicBezTo>
                    <a:pt x="8350" y="7656"/>
                    <a:pt x="8570" y="7436"/>
                    <a:pt x="8759" y="7436"/>
                  </a:cubicBezTo>
                  <a:cubicBezTo>
                    <a:pt x="8948" y="7436"/>
                    <a:pt x="9137" y="7656"/>
                    <a:pt x="9137" y="7877"/>
                  </a:cubicBezTo>
                  <a:lnTo>
                    <a:pt x="9137" y="12035"/>
                  </a:lnTo>
                  <a:cubicBezTo>
                    <a:pt x="9137" y="12728"/>
                    <a:pt x="8602" y="13264"/>
                    <a:pt x="7940" y="13264"/>
                  </a:cubicBezTo>
                  <a:lnTo>
                    <a:pt x="3403" y="13264"/>
                  </a:lnTo>
                  <a:cubicBezTo>
                    <a:pt x="2994" y="13264"/>
                    <a:pt x="2647" y="13075"/>
                    <a:pt x="2427" y="12791"/>
                  </a:cubicBezTo>
                  <a:cubicBezTo>
                    <a:pt x="915" y="10523"/>
                    <a:pt x="1009" y="10649"/>
                    <a:pt x="1009" y="10586"/>
                  </a:cubicBezTo>
                  <a:cubicBezTo>
                    <a:pt x="915" y="10429"/>
                    <a:pt x="915" y="10208"/>
                    <a:pt x="1104" y="10051"/>
                  </a:cubicBezTo>
                  <a:cubicBezTo>
                    <a:pt x="1189" y="9980"/>
                    <a:pt x="1280" y="9947"/>
                    <a:pt x="1370" y="9947"/>
                  </a:cubicBezTo>
                  <a:cubicBezTo>
                    <a:pt x="1479" y="9947"/>
                    <a:pt x="1584" y="9995"/>
                    <a:pt x="1671" y="10082"/>
                  </a:cubicBezTo>
                  <a:lnTo>
                    <a:pt x="2742" y="11153"/>
                  </a:lnTo>
                  <a:cubicBezTo>
                    <a:pt x="2818" y="11230"/>
                    <a:pt x="2918" y="11271"/>
                    <a:pt x="3005" y="11271"/>
                  </a:cubicBezTo>
                  <a:cubicBezTo>
                    <a:pt x="3062" y="11271"/>
                    <a:pt x="3114" y="11254"/>
                    <a:pt x="3151" y="11216"/>
                  </a:cubicBezTo>
                  <a:cubicBezTo>
                    <a:pt x="3340" y="11153"/>
                    <a:pt x="3403" y="11027"/>
                    <a:pt x="3403" y="10838"/>
                  </a:cubicBezTo>
                  <a:lnTo>
                    <a:pt x="3403" y="5356"/>
                  </a:lnTo>
                  <a:cubicBezTo>
                    <a:pt x="3403" y="5136"/>
                    <a:pt x="3592" y="4915"/>
                    <a:pt x="3845" y="4915"/>
                  </a:cubicBezTo>
                  <a:cubicBezTo>
                    <a:pt x="4065" y="4915"/>
                    <a:pt x="4223" y="5136"/>
                    <a:pt x="4223" y="5356"/>
                  </a:cubicBezTo>
                  <a:lnTo>
                    <a:pt x="4223" y="8696"/>
                  </a:lnTo>
                  <a:cubicBezTo>
                    <a:pt x="4223" y="8948"/>
                    <a:pt x="4412" y="9105"/>
                    <a:pt x="4664" y="9105"/>
                  </a:cubicBezTo>
                  <a:cubicBezTo>
                    <a:pt x="4884" y="9105"/>
                    <a:pt x="5105" y="8885"/>
                    <a:pt x="5105" y="8696"/>
                  </a:cubicBezTo>
                  <a:lnTo>
                    <a:pt x="5105" y="4537"/>
                  </a:lnTo>
                  <a:cubicBezTo>
                    <a:pt x="5105" y="4285"/>
                    <a:pt x="5294" y="4096"/>
                    <a:pt x="5483" y="4096"/>
                  </a:cubicBezTo>
                  <a:close/>
                  <a:moveTo>
                    <a:pt x="8822" y="1"/>
                  </a:moveTo>
                  <a:cubicBezTo>
                    <a:pt x="8255" y="1"/>
                    <a:pt x="7783" y="410"/>
                    <a:pt x="7657" y="914"/>
                  </a:cubicBezTo>
                  <a:cubicBezTo>
                    <a:pt x="7499" y="883"/>
                    <a:pt x="7342" y="820"/>
                    <a:pt x="7184" y="820"/>
                  </a:cubicBezTo>
                  <a:cubicBezTo>
                    <a:pt x="6522" y="820"/>
                    <a:pt x="5955" y="1387"/>
                    <a:pt x="5955" y="2048"/>
                  </a:cubicBezTo>
                  <a:lnTo>
                    <a:pt x="5955" y="3340"/>
                  </a:lnTo>
                  <a:cubicBezTo>
                    <a:pt x="5829" y="3309"/>
                    <a:pt x="5672" y="3277"/>
                    <a:pt x="5514" y="3277"/>
                  </a:cubicBezTo>
                  <a:cubicBezTo>
                    <a:pt x="4947" y="3277"/>
                    <a:pt x="4475" y="3655"/>
                    <a:pt x="4349" y="4191"/>
                  </a:cubicBezTo>
                  <a:cubicBezTo>
                    <a:pt x="4191" y="4128"/>
                    <a:pt x="4034" y="4096"/>
                    <a:pt x="3876" y="4096"/>
                  </a:cubicBezTo>
                  <a:cubicBezTo>
                    <a:pt x="3214" y="4096"/>
                    <a:pt x="2616" y="4663"/>
                    <a:pt x="2616" y="5356"/>
                  </a:cubicBezTo>
                  <a:lnTo>
                    <a:pt x="2616" y="9862"/>
                  </a:lnTo>
                  <a:lnTo>
                    <a:pt x="2269" y="9483"/>
                  </a:lnTo>
                  <a:cubicBezTo>
                    <a:pt x="2025" y="9239"/>
                    <a:pt x="1712" y="9121"/>
                    <a:pt x="1398" y="9121"/>
                  </a:cubicBezTo>
                  <a:cubicBezTo>
                    <a:pt x="1105" y="9121"/>
                    <a:pt x="811" y="9223"/>
                    <a:pt x="568" y="9420"/>
                  </a:cubicBezTo>
                  <a:cubicBezTo>
                    <a:pt x="95" y="9862"/>
                    <a:pt x="1" y="10555"/>
                    <a:pt x="379" y="11059"/>
                  </a:cubicBezTo>
                  <a:lnTo>
                    <a:pt x="1797" y="13264"/>
                  </a:lnTo>
                  <a:cubicBezTo>
                    <a:pt x="2175" y="13831"/>
                    <a:pt x="2805" y="14146"/>
                    <a:pt x="3435" y="14146"/>
                  </a:cubicBezTo>
                  <a:lnTo>
                    <a:pt x="7972" y="14146"/>
                  </a:lnTo>
                  <a:cubicBezTo>
                    <a:pt x="9106" y="14146"/>
                    <a:pt x="10051" y="13201"/>
                    <a:pt x="10051" y="12035"/>
                  </a:cubicBezTo>
                  <a:lnTo>
                    <a:pt x="10051" y="10807"/>
                  </a:lnTo>
                  <a:lnTo>
                    <a:pt x="11280" y="10807"/>
                  </a:lnTo>
                  <a:cubicBezTo>
                    <a:pt x="12414" y="10807"/>
                    <a:pt x="13359" y="9862"/>
                    <a:pt x="13359" y="8696"/>
                  </a:cubicBezTo>
                  <a:lnTo>
                    <a:pt x="13359" y="4537"/>
                  </a:lnTo>
                  <a:cubicBezTo>
                    <a:pt x="13359" y="3876"/>
                    <a:pt x="12823" y="3309"/>
                    <a:pt x="12130" y="3309"/>
                  </a:cubicBezTo>
                  <a:cubicBezTo>
                    <a:pt x="11973" y="3309"/>
                    <a:pt x="11878" y="3340"/>
                    <a:pt x="11752" y="3372"/>
                  </a:cubicBezTo>
                  <a:lnTo>
                    <a:pt x="11752" y="2048"/>
                  </a:lnTo>
                  <a:cubicBezTo>
                    <a:pt x="11752" y="1387"/>
                    <a:pt x="11185" y="820"/>
                    <a:pt x="10492" y="820"/>
                  </a:cubicBezTo>
                  <a:cubicBezTo>
                    <a:pt x="10335" y="820"/>
                    <a:pt x="10177" y="883"/>
                    <a:pt x="10019" y="914"/>
                  </a:cubicBezTo>
                  <a:cubicBezTo>
                    <a:pt x="9862" y="410"/>
                    <a:pt x="9389" y="1"/>
                    <a:pt x="8822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10012;p71"/>
            <p:cNvSpPr/>
            <p:nvPr/>
          </p:nvSpPr>
          <p:spPr>
            <a:xfrm>
              <a:off x="4077615" y="3075571"/>
              <a:ext cx="61642" cy="59735"/>
            </a:xfrm>
            <a:custGeom>
              <a:avLst/>
              <a:gdLst/>
              <a:ahLst/>
              <a:cxnLst/>
              <a:rect l="l" t="t" r="r" b="b"/>
              <a:pathLst>
                <a:path w="2553" h="2474">
                  <a:moveTo>
                    <a:pt x="457" y="0"/>
                  </a:moveTo>
                  <a:cubicBezTo>
                    <a:pt x="347" y="0"/>
                    <a:pt x="237" y="40"/>
                    <a:pt x="158" y="119"/>
                  </a:cubicBezTo>
                  <a:cubicBezTo>
                    <a:pt x="0" y="276"/>
                    <a:pt x="0" y="560"/>
                    <a:pt x="158" y="717"/>
                  </a:cubicBezTo>
                  <a:lnTo>
                    <a:pt x="1796" y="2355"/>
                  </a:lnTo>
                  <a:cubicBezTo>
                    <a:pt x="1891" y="2434"/>
                    <a:pt x="2001" y="2474"/>
                    <a:pt x="2107" y="2474"/>
                  </a:cubicBezTo>
                  <a:cubicBezTo>
                    <a:pt x="2214" y="2474"/>
                    <a:pt x="2316" y="2434"/>
                    <a:pt x="2395" y="2355"/>
                  </a:cubicBezTo>
                  <a:cubicBezTo>
                    <a:pt x="2552" y="2198"/>
                    <a:pt x="2552" y="1914"/>
                    <a:pt x="2395" y="1757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7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10013;p71"/>
            <p:cNvSpPr/>
            <p:nvPr/>
          </p:nvSpPr>
          <p:spPr>
            <a:xfrm>
              <a:off x="4158235" y="3074629"/>
              <a:ext cx="19823" cy="60870"/>
            </a:xfrm>
            <a:custGeom>
              <a:avLst/>
              <a:gdLst/>
              <a:ahLst/>
              <a:cxnLst/>
              <a:rect l="l" t="t" r="r" b="b"/>
              <a:pathLst>
                <a:path w="821" h="2521"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lnTo>
                    <a:pt x="1" y="2079"/>
                  </a:lnTo>
                  <a:cubicBezTo>
                    <a:pt x="1" y="2331"/>
                    <a:pt x="221" y="2520"/>
                    <a:pt x="442" y="2520"/>
                  </a:cubicBezTo>
                  <a:cubicBezTo>
                    <a:pt x="631" y="2520"/>
                    <a:pt x="820" y="2331"/>
                    <a:pt x="820" y="2079"/>
                  </a:cubicBezTo>
                  <a:lnTo>
                    <a:pt x="820" y="441"/>
                  </a:lnTo>
                  <a:cubicBezTo>
                    <a:pt x="820" y="189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10014;p71"/>
            <p:cNvSpPr/>
            <p:nvPr/>
          </p:nvSpPr>
          <p:spPr>
            <a:xfrm>
              <a:off x="4078363" y="3155249"/>
              <a:ext cx="60894" cy="19799"/>
            </a:xfrm>
            <a:custGeom>
              <a:avLst/>
              <a:gdLst/>
              <a:ahLst/>
              <a:cxnLst/>
              <a:rect l="l" t="t" r="r" b="b"/>
              <a:pathLst>
                <a:path w="2522" h="82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31"/>
                    <a:pt x="190" y="820"/>
                    <a:pt x="442" y="820"/>
                  </a:cubicBezTo>
                  <a:lnTo>
                    <a:pt x="2080" y="820"/>
                  </a:lnTo>
                  <a:cubicBezTo>
                    <a:pt x="2332" y="820"/>
                    <a:pt x="2521" y="631"/>
                    <a:pt x="2521" y="442"/>
                  </a:cubicBezTo>
                  <a:cubicBezTo>
                    <a:pt x="2521" y="190"/>
                    <a:pt x="2332" y="1"/>
                    <a:pt x="2080" y="1"/>
                  </a:cubicBezTo>
                  <a:lnTo>
                    <a:pt x="442" y="1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" name="Google Shape;10281;p73"/>
          <p:cNvGrpSpPr/>
          <p:nvPr/>
        </p:nvGrpSpPr>
        <p:grpSpPr>
          <a:xfrm>
            <a:off x="910606" y="2922249"/>
            <a:ext cx="423069" cy="420507"/>
            <a:chOff x="-4932650" y="2046625"/>
            <a:chExt cx="293025" cy="291250"/>
          </a:xfrm>
        </p:grpSpPr>
        <p:sp>
          <p:nvSpPr>
            <p:cNvPr id="79" name="Google Shape;10282;p73"/>
            <p:cNvSpPr/>
            <p:nvPr/>
          </p:nvSpPr>
          <p:spPr>
            <a:xfrm>
              <a:off x="-4932650" y="2046625"/>
              <a:ext cx="293025" cy="291250"/>
            </a:xfrm>
            <a:custGeom>
              <a:avLst/>
              <a:gdLst/>
              <a:ahLst/>
              <a:cxnLst/>
              <a:rect l="l" t="t" r="r" b="b"/>
              <a:pathLst>
                <a:path w="11721" h="11650">
                  <a:moveTo>
                    <a:pt x="7625" y="694"/>
                  </a:moveTo>
                  <a:cubicBezTo>
                    <a:pt x="9515" y="694"/>
                    <a:pt x="11059" y="2206"/>
                    <a:pt x="11059" y="4096"/>
                  </a:cubicBezTo>
                  <a:cubicBezTo>
                    <a:pt x="11059" y="5987"/>
                    <a:pt x="9515" y="7530"/>
                    <a:pt x="7625" y="7530"/>
                  </a:cubicBezTo>
                  <a:cubicBezTo>
                    <a:pt x="5735" y="7530"/>
                    <a:pt x="4223" y="5987"/>
                    <a:pt x="4223" y="4096"/>
                  </a:cubicBezTo>
                  <a:cubicBezTo>
                    <a:pt x="4223" y="2206"/>
                    <a:pt x="5735" y="694"/>
                    <a:pt x="7625" y="694"/>
                  </a:cubicBezTo>
                  <a:close/>
                  <a:moveTo>
                    <a:pt x="3344" y="8066"/>
                  </a:moveTo>
                  <a:cubicBezTo>
                    <a:pt x="3435" y="8066"/>
                    <a:pt x="3529" y="8098"/>
                    <a:pt x="3593" y="8161"/>
                  </a:cubicBezTo>
                  <a:cubicBezTo>
                    <a:pt x="3719" y="8287"/>
                    <a:pt x="3719" y="8507"/>
                    <a:pt x="3593" y="8633"/>
                  </a:cubicBezTo>
                  <a:lnTo>
                    <a:pt x="1324" y="10870"/>
                  </a:lnTo>
                  <a:cubicBezTo>
                    <a:pt x="1277" y="10933"/>
                    <a:pt x="1190" y="10964"/>
                    <a:pt x="1100" y="10964"/>
                  </a:cubicBezTo>
                  <a:cubicBezTo>
                    <a:pt x="1009" y="10964"/>
                    <a:pt x="915" y="10933"/>
                    <a:pt x="852" y="10870"/>
                  </a:cubicBezTo>
                  <a:cubicBezTo>
                    <a:pt x="757" y="10744"/>
                    <a:pt x="757" y="10523"/>
                    <a:pt x="852" y="10397"/>
                  </a:cubicBezTo>
                  <a:lnTo>
                    <a:pt x="3120" y="8161"/>
                  </a:lnTo>
                  <a:cubicBezTo>
                    <a:pt x="3167" y="8098"/>
                    <a:pt x="3254" y="8066"/>
                    <a:pt x="3344" y="8066"/>
                  </a:cubicBezTo>
                  <a:close/>
                  <a:moveTo>
                    <a:pt x="7625" y="1"/>
                  </a:moveTo>
                  <a:cubicBezTo>
                    <a:pt x="5357" y="1"/>
                    <a:pt x="3529" y="1860"/>
                    <a:pt x="3529" y="4096"/>
                  </a:cubicBezTo>
                  <a:cubicBezTo>
                    <a:pt x="3529" y="5136"/>
                    <a:pt x="3908" y="6050"/>
                    <a:pt x="4538" y="6743"/>
                  </a:cubicBezTo>
                  <a:lnTo>
                    <a:pt x="3813" y="7467"/>
                  </a:lnTo>
                  <a:cubicBezTo>
                    <a:pt x="3673" y="7386"/>
                    <a:pt x="3520" y="7347"/>
                    <a:pt x="3367" y="7347"/>
                  </a:cubicBezTo>
                  <a:cubicBezTo>
                    <a:pt x="3106" y="7347"/>
                    <a:pt x="2846" y="7458"/>
                    <a:pt x="2647" y="7656"/>
                  </a:cubicBezTo>
                  <a:lnTo>
                    <a:pt x="379" y="9893"/>
                  </a:lnTo>
                  <a:cubicBezTo>
                    <a:pt x="1" y="10271"/>
                    <a:pt x="1" y="10964"/>
                    <a:pt x="379" y="11343"/>
                  </a:cubicBezTo>
                  <a:cubicBezTo>
                    <a:pt x="584" y="11547"/>
                    <a:pt x="852" y="11650"/>
                    <a:pt x="1119" y="11650"/>
                  </a:cubicBezTo>
                  <a:cubicBezTo>
                    <a:pt x="1387" y="11650"/>
                    <a:pt x="1655" y="11547"/>
                    <a:pt x="1860" y="11343"/>
                  </a:cubicBezTo>
                  <a:lnTo>
                    <a:pt x="4097" y="9106"/>
                  </a:lnTo>
                  <a:cubicBezTo>
                    <a:pt x="4412" y="8791"/>
                    <a:pt x="4506" y="8318"/>
                    <a:pt x="4286" y="7909"/>
                  </a:cubicBezTo>
                  <a:lnTo>
                    <a:pt x="5010" y="7215"/>
                  </a:lnTo>
                  <a:cubicBezTo>
                    <a:pt x="5703" y="7814"/>
                    <a:pt x="6648" y="8192"/>
                    <a:pt x="7625" y="8192"/>
                  </a:cubicBezTo>
                  <a:cubicBezTo>
                    <a:pt x="9925" y="8192"/>
                    <a:pt x="11721" y="6333"/>
                    <a:pt x="11721" y="4096"/>
                  </a:cubicBezTo>
                  <a:cubicBezTo>
                    <a:pt x="11721" y="1828"/>
                    <a:pt x="9893" y="1"/>
                    <a:pt x="7625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10283;p73"/>
            <p:cNvSpPr/>
            <p:nvPr/>
          </p:nvSpPr>
          <p:spPr>
            <a:xfrm>
              <a:off x="-4802675" y="2115050"/>
              <a:ext cx="122100" cy="86075"/>
            </a:xfrm>
            <a:custGeom>
              <a:avLst/>
              <a:gdLst/>
              <a:ahLst/>
              <a:cxnLst/>
              <a:rect l="l" t="t" r="r" b="b"/>
              <a:pathLst>
                <a:path w="4884" h="3443">
                  <a:moveTo>
                    <a:pt x="2428" y="1"/>
                  </a:moveTo>
                  <a:cubicBezTo>
                    <a:pt x="2301" y="1"/>
                    <a:pt x="2172" y="72"/>
                    <a:pt x="2111" y="225"/>
                  </a:cubicBezTo>
                  <a:lnTo>
                    <a:pt x="1418" y="2116"/>
                  </a:lnTo>
                  <a:lnTo>
                    <a:pt x="693" y="225"/>
                  </a:lnTo>
                  <a:cubicBezTo>
                    <a:pt x="645" y="105"/>
                    <a:pt x="524" y="4"/>
                    <a:pt x="400" y="4"/>
                  </a:cubicBezTo>
                  <a:cubicBezTo>
                    <a:pt x="361" y="4"/>
                    <a:pt x="321" y="14"/>
                    <a:pt x="284" y="36"/>
                  </a:cubicBezTo>
                  <a:cubicBezTo>
                    <a:pt x="126" y="99"/>
                    <a:pt x="0" y="288"/>
                    <a:pt x="63" y="446"/>
                  </a:cubicBezTo>
                  <a:lnTo>
                    <a:pt x="1103" y="3218"/>
                  </a:lnTo>
                  <a:cubicBezTo>
                    <a:pt x="1168" y="3364"/>
                    <a:pt x="1299" y="3443"/>
                    <a:pt x="1428" y="3443"/>
                  </a:cubicBezTo>
                  <a:cubicBezTo>
                    <a:pt x="1551" y="3443"/>
                    <a:pt x="1672" y="3372"/>
                    <a:pt x="1733" y="3218"/>
                  </a:cubicBezTo>
                  <a:lnTo>
                    <a:pt x="2426" y="1328"/>
                  </a:lnTo>
                  <a:lnTo>
                    <a:pt x="3151" y="3218"/>
                  </a:lnTo>
                  <a:cubicBezTo>
                    <a:pt x="3215" y="3364"/>
                    <a:pt x="3346" y="3443"/>
                    <a:pt x="3476" y="3443"/>
                  </a:cubicBezTo>
                  <a:cubicBezTo>
                    <a:pt x="3598" y="3443"/>
                    <a:pt x="3719" y="3372"/>
                    <a:pt x="3781" y="3218"/>
                  </a:cubicBezTo>
                  <a:lnTo>
                    <a:pt x="4789" y="446"/>
                  </a:lnTo>
                  <a:cubicBezTo>
                    <a:pt x="4884" y="257"/>
                    <a:pt x="4789" y="68"/>
                    <a:pt x="4600" y="36"/>
                  </a:cubicBezTo>
                  <a:cubicBezTo>
                    <a:pt x="4562" y="14"/>
                    <a:pt x="4521" y="4"/>
                    <a:pt x="4479" y="4"/>
                  </a:cubicBezTo>
                  <a:cubicBezTo>
                    <a:pt x="4346" y="4"/>
                    <a:pt x="4207" y="105"/>
                    <a:pt x="4159" y="225"/>
                  </a:cubicBezTo>
                  <a:lnTo>
                    <a:pt x="3466" y="2116"/>
                  </a:lnTo>
                  <a:lnTo>
                    <a:pt x="2741" y="225"/>
                  </a:lnTo>
                  <a:cubicBezTo>
                    <a:pt x="2693" y="80"/>
                    <a:pt x="2561" y="1"/>
                    <a:pt x="2428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423;p38">
            <a:extLst>
              <a:ext uri="{FF2B5EF4-FFF2-40B4-BE49-F238E27FC236}">
                <a16:creationId xmlns:a16="http://schemas.microsoft.com/office/drawing/2014/main" id="{7E02DAFE-C871-6D2B-9657-B4933034FD53}"/>
              </a:ext>
            </a:extLst>
          </p:cNvPr>
          <p:cNvSpPr txBox="1">
            <a:spLocks noEditPoints="1"/>
          </p:cNvSpPr>
          <p:nvPr/>
        </p:nvSpPr>
        <p:spPr>
          <a:xfrm>
            <a:off x="5242068" y="3093274"/>
            <a:ext cx="2615821" cy="4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Autofit/>
          </a:bodyPr>
          <a:lstStyle>
            <a:lvl1pPr marL="457200" marR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DM Sans" panose="020B0604020202020204" pitchFamily="2" charset="0"/>
              <a:buNone/>
              <a:defRPr sz="2200" b="0" i="0" u="none" strike="noStrike" cap="none">
                <a:solidFill>
                  <a:schemeClr val="dk1"/>
                </a:solidFill>
                <a:latin typeface="Montserrat ExtraBold" panose="00000900000000000000" pitchFamily="2" charset="0"/>
                <a:ea typeface="Montserrat ExtraBold" panose="00000900000000000000" pitchFamily="2" charset="0"/>
                <a:cs typeface="Montserrat ExtraBold" panose="00000900000000000000" pitchFamily="2" charset="0"/>
                <a:sym typeface="Montserrat ExtraBold" panose="00000900000000000000" pitchFamily="2" charset="0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DM Sans" panose="020B0604020202020204" pitchFamily="2" charset="0"/>
              <a:buNone/>
              <a:defRPr sz="2200" b="1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DM Sans" panose="020B0604020202020204" pitchFamily="2" charset="0"/>
              <a:buNone/>
              <a:defRPr sz="2200" b="1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DM Sans" panose="020B0604020202020204" pitchFamily="2" charset="0"/>
              <a:buNone/>
              <a:defRPr sz="2200" b="1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DM Sans" panose="020B0604020202020204" pitchFamily="2" charset="0"/>
              <a:buNone/>
              <a:defRPr sz="2200" b="1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DM Sans" panose="020B0604020202020204" pitchFamily="2" charset="0"/>
              <a:buNone/>
              <a:defRPr sz="2200" b="1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DM Sans" panose="020B0604020202020204" pitchFamily="2" charset="0"/>
              <a:buNone/>
              <a:defRPr sz="2200" b="1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DM Sans" panose="020B0604020202020204" pitchFamily="2" charset="0"/>
              <a:buNone/>
              <a:defRPr sz="2200" b="1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DM Sans" panose="020B0604020202020204" pitchFamily="2" charset="0"/>
              <a:buNone/>
              <a:defRPr sz="2200" b="1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marL="0" indent="0">
              <a:lnSpc>
                <a:spcPct val="100000"/>
              </a:lnSpc>
              <a:buSzPct val="100000"/>
            </a:pPr>
            <a:r>
              <a:rPr lang="en-US" sz="1800" b="1" kern="1200" dirty="0">
                <a:ea typeface="Calibri" panose="020F0502020204030204" pitchFamily="34" charset="0"/>
                <a:cs typeface="Calibri" panose="020F0502020204030204" pitchFamily="34" charset="0"/>
              </a:rPr>
              <a:t>Final-Round &amp; Collision Indicators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0; 0.2,0.5; 0.8,0.5; 1,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500"/>
                            </p:stCondLst>
                            <p:childTnLst>
                              <p:par>
                                <p:cTn id="6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8" grpId="0" build="p"/>
      <p:bldP spid="415" grpId="0" build="p"/>
      <p:bldP spid="419" grpId="0" build="p"/>
      <p:bldP spid="420" grpId="0" build="p"/>
      <p:bldP spid="416" grpId="0" build="p"/>
      <p:bldP spid="422" grpId="0" build="p"/>
      <p:bldP spid="423" grpId="0" build="p"/>
      <p:bldP spid="424" grpId="0" build="p"/>
      <p:bldP spid="426" grpId="0" build="p"/>
      <p:bldP spid="4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>
          <a:xfrm>
            <a:off x="459808" y="355817"/>
            <a:ext cx="7704000" cy="572700"/>
          </a:xfrm>
        </p:spPr>
        <p:txBody>
          <a:bodyPr/>
          <a:lstStyle/>
          <a:p>
            <a:r>
              <a:rPr lang="en-US" dirty="0"/>
              <a:t>HARD CONSTRAINTS</a:t>
            </a:r>
          </a:p>
        </p:txBody>
      </p:sp>
      <p:grpSp>
        <p:nvGrpSpPr>
          <p:cNvPr id="44" name="Group 43"/>
          <p:cNvGrpSpPr/>
          <p:nvPr/>
        </p:nvGrpSpPr>
        <p:grpSpPr>
          <a:xfrm>
            <a:off x="1121988" y="1014788"/>
            <a:ext cx="7360372" cy="688634"/>
            <a:chOff x="1121988" y="1014788"/>
            <a:chExt cx="7360372" cy="688634"/>
          </a:xfrm>
        </p:grpSpPr>
        <p:sp>
          <p:nvSpPr>
            <p:cNvPr id="35" name="Text 3"/>
            <p:cNvSpPr/>
            <p:nvPr/>
          </p:nvSpPr>
          <p:spPr>
            <a:xfrm>
              <a:off x="1121988" y="1133772"/>
              <a:ext cx="1878308" cy="29337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Tx/>
                <a:buNone/>
              </a:pPr>
              <a:r>
                <a:rPr kumimoji="0" lang="en-US" sz="13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Assignment &amp; Capacity</a:t>
              </a:r>
              <a:endParaRPr kumimoji="0" lang="en-US" sz="13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endParaRPr>
            </a:p>
          </p:txBody>
        </p:sp>
        <p:sp>
          <p:nvSpPr>
            <p:cNvPr id="36" name="Text 4"/>
            <p:cNvSpPr/>
            <p:nvPr/>
          </p:nvSpPr>
          <p:spPr>
            <a:xfrm>
              <a:off x="1121988" y="1360951"/>
              <a:ext cx="1498724" cy="29337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Tx/>
                <a:buNone/>
              </a:pPr>
              <a:r>
                <a:rPr kumimoji="0" 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C9A227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H1, H4, H5, H6</a:t>
              </a:r>
              <a:endPara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endParaRPr>
            </a:p>
          </p:txBody>
        </p:sp>
        <p:sp>
          <p:nvSpPr>
            <p:cNvPr id="37" name="Text 5"/>
            <p:cNvSpPr/>
            <p:nvPr/>
          </p:nvSpPr>
          <p:spPr>
            <a:xfrm>
              <a:off x="2838295" y="1014788"/>
              <a:ext cx="5644065" cy="688634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Tx/>
                <a:buNone/>
              </a:pP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DM Sans" panose="020B0604020202020204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Every match gets exactly one slot; venues host ≤1 match per slot; ≤3 matches/day; ≤2 matches share a kickoff slot.</a:t>
              </a:r>
              <a:endParaRPr kumimoji="0" lang="en-US" sz="13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DM Sans" panose="020B0604020202020204" pitchFamily="2" charset="0"/>
              </a:endParaRP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1121987" y="1784898"/>
            <a:ext cx="7360373" cy="688634"/>
            <a:chOff x="1121987" y="1014788"/>
            <a:chExt cx="7360373" cy="688634"/>
          </a:xfrm>
        </p:grpSpPr>
        <p:sp>
          <p:nvSpPr>
            <p:cNvPr id="47" name="Text 3"/>
            <p:cNvSpPr/>
            <p:nvPr/>
          </p:nvSpPr>
          <p:spPr>
            <a:xfrm>
              <a:off x="1121987" y="1159508"/>
              <a:ext cx="1878308" cy="29337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Tx/>
                <a:buNone/>
              </a:pPr>
              <a:r>
                <a:rPr kumimoji="0" lang="en-US" sz="13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Rest &amp; Fairness</a:t>
              </a:r>
            </a:p>
          </p:txBody>
        </p:sp>
        <p:sp>
          <p:nvSpPr>
            <p:cNvPr id="48" name="Text 4"/>
            <p:cNvSpPr/>
            <p:nvPr/>
          </p:nvSpPr>
          <p:spPr>
            <a:xfrm>
              <a:off x="1121988" y="1360951"/>
              <a:ext cx="1498724" cy="29337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b="1" dirty="0">
                  <a:solidFill>
                    <a:srgbClr val="C9A227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H3, H7, H13</a:t>
              </a:r>
              <a:endParaRPr lang="en-US" sz="1100" dirty="0"/>
            </a:p>
          </p:txBody>
        </p:sp>
        <p:sp>
          <p:nvSpPr>
            <p:cNvPr id="49" name="Text 5"/>
            <p:cNvSpPr/>
            <p:nvPr/>
          </p:nvSpPr>
          <p:spPr>
            <a:xfrm>
              <a:off x="2838295" y="1014788"/>
              <a:ext cx="5644065" cy="688634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Tx/>
                <a:buNone/>
              </a:pP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DM Sans" panose="020B0604020202020204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Each team plays ≤1 match per day; ≥3 full rest days between matches (4-day sliding window); ≤2 consecutive home/away streak.</a:t>
              </a:r>
            </a:p>
          </p:txBody>
        </p:sp>
      </p:grpSp>
      <p:grpSp>
        <p:nvGrpSpPr>
          <p:cNvPr id="50" name="Group 49"/>
          <p:cNvGrpSpPr/>
          <p:nvPr/>
        </p:nvGrpSpPr>
        <p:grpSpPr>
          <a:xfrm>
            <a:off x="1121988" y="2555008"/>
            <a:ext cx="7360372" cy="688634"/>
            <a:chOff x="1121988" y="1014788"/>
            <a:chExt cx="7360372" cy="688634"/>
          </a:xfrm>
        </p:grpSpPr>
        <p:sp>
          <p:nvSpPr>
            <p:cNvPr id="52" name="Text 3"/>
            <p:cNvSpPr/>
            <p:nvPr/>
          </p:nvSpPr>
          <p:spPr>
            <a:xfrm>
              <a:off x="1121988" y="1097317"/>
              <a:ext cx="1878308" cy="29337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Tx/>
                <a:buNone/>
              </a:pPr>
              <a:r>
                <a:rPr kumimoji="0" lang="en-US" sz="13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Chronology &amp; Load</a:t>
              </a:r>
            </a:p>
          </p:txBody>
        </p:sp>
        <p:sp>
          <p:nvSpPr>
            <p:cNvPr id="53" name="Text 4"/>
            <p:cNvSpPr/>
            <p:nvPr/>
          </p:nvSpPr>
          <p:spPr>
            <a:xfrm>
              <a:off x="1121988" y="1360951"/>
              <a:ext cx="1498724" cy="29337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b="1" dirty="0">
                  <a:solidFill>
                    <a:srgbClr val="C9A227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H8, H9, H10, H11</a:t>
              </a:r>
              <a:endParaRPr lang="en-US" sz="1100" dirty="0"/>
            </a:p>
          </p:txBody>
        </p:sp>
        <p:sp>
          <p:nvSpPr>
            <p:cNvPr id="54" name="Text 5"/>
            <p:cNvSpPr/>
            <p:nvPr/>
          </p:nvSpPr>
          <p:spPr>
            <a:xfrm>
              <a:off x="2838295" y="1014788"/>
              <a:ext cx="5644065" cy="688634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Tx/>
                <a:buNone/>
              </a:pP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DM Sans" panose="020B0604020202020204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match_time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DM Sans" panose="020B0604020202020204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/date defined per slot; round r fully finishes before round r+1 starts; ≤18 matches per calendar week.</a:t>
              </a:r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1121988" y="3325118"/>
            <a:ext cx="7360372" cy="688634"/>
            <a:chOff x="1121988" y="1014788"/>
            <a:chExt cx="7360372" cy="688634"/>
          </a:xfrm>
        </p:grpSpPr>
        <p:sp>
          <p:nvSpPr>
            <p:cNvPr id="57" name="Text 3"/>
            <p:cNvSpPr/>
            <p:nvPr/>
          </p:nvSpPr>
          <p:spPr>
            <a:xfrm>
              <a:off x="1121988" y="1097317"/>
              <a:ext cx="1878308" cy="29337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Tx/>
                <a:buNone/>
              </a:pPr>
              <a:r>
                <a:rPr kumimoji="0" lang="en-US" sz="13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Derby &amp; Final Round</a:t>
              </a:r>
            </a:p>
          </p:txBody>
        </p:sp>
        <p:sp>
          <p:nvSpPr>
            <p:cNvPr id="58" name="Text 4"/>
            <p:cNvSpPr/>
            <p:nvPr/>
          </p:nvSpPr>
          <p:spPr>
            <a:xfrm>
              <a:off x="1121988" y="1360951"/>
              <a:ext cx="1498724" cy="29337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b="1" dirty="0">
                  <a:solidFill>
                    <a:srgbClr val="C9A227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H2, H14</a:t>
              </a:r>
              <a:endParaRPr lang="en-US" sz="1100" dirty="0"/>
            </a:p>
          </p:txBody>
        </p:sp>
        <p:sp>
          <p:nvSpPr>
            <p:cNvPr id="59" name="Text 5"/>
            <p:cNvSpPr/>
            <p:nvPr/>
          </p:nvSpPr>
          <p:spPr>
            <a:xfrm>
              <a:off x="2838295" y="1014788"/>
              <a:ext cx="5644065" cy="688634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Tx/>
                <a:buNone/>
              </a:pP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DM Sans" panose="020B0604020202020204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Tier-1 vs Tier-1 matches forced into Tier-1 (prime-time) slots; all 9 Round-34 matches share one kickoff slot and one date.</a:t>
              </a: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1121988" y="4095229"/>
            <a:ext cx="7360372" cy="688634"/>
            <a:chOff x="1121988" y="1014788"/>
            <a:chExt cx="7360372" cy="688634"/>
          </a:xfrm>
        </p:grpSpPr>
        <p:sp>
          <p:nvSpPr>
            <p:cNvPr id="62" name="Text 3"/>
            <p:cNvSpPr/>
            <p:nvPr/>
          </p:nvSpPr>
          <p:spPr>
            <a:xfrm>
              <a:off x="1121988" y="1097317"/>
              <a:ext cx="1878308" cy="29337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Tx/>
                <a:buNone/>
              </a:pPr>
              <a:r>
                <a:rPr kumimoji="0" lang="en-US" sz="13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CAF Buffer</a:t>
              </a:r>
            </a:p>
          </p:txBody>
        </p:sp>
        <p:sp>
          <p:nvSpPr>
            <p:cNvPr id="63" name="Text 4"/>
            <p:cNvSpPr/>
            <p:nvPr/>
          </p:nvSpPr>
          <p:spPr>
            <a:xfrm>
              <a:off x="1121988" y="1360951"/>
              <a:ext cx="1498724" cy="29337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b="1" dirty="0">
                  <a:solidFill>
                    <a:srgbClr val="C9A227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H12</a:t>
              </a:r>
              <a:endPara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endParaRPr>
            </a:p>
          </p:txBody>
        </p:sp>
        <p:sp>
          <p:nvSpPr>
            <p:cNvPr id="64" name="Text 5"/>
            <p:cNvSpPr/>
            <p:nvPr/>
          </p:nvSpPr>
          <p:spPr>
            <a:xfrm>
              <a:off x="2838295" y="1014788"/>
              <a:ext cx="5644065" cy="688634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Tx/>
                <a:buNone/>
              </a:pP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DM Sans" panose="020B0604020202020204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Matches for CAF-participating teams excluded from any slot within 4 calendar days (before or after) of that team's CAF fixture.</a:t>
              </a:r>
            </a:p>
          </p:txBody>
        </p:sp>
      </p:grpSp>
      <p:sp>
        <p:nvSpPr>
          <p:cNvPr id="66" name="Google Shape;9181;p69"/>
          <p:cNvSpPr/>
          <p:nvPr/>
        </p:nvSpPr>
        <p:spPr>
          <a:xfrm>
            <a:off x="550287" y="1966094"/>
            <a:ext cx="354117" cy="326242"/>
          </a:xfrm>
          <a:custGeom>
            <a:avLst/>
            <a:gdLst/>
            <a:ahLst/>
            <a:cxnLst/>
            <a:rect l="l" t="t" r="r" b="b"/>
            <a:pathLst>
              <a:path w="12005" h="11060">
                <a:moveTo>
                  <a:pt x="2049" y="2049"/>
                </a:moveTo>
                <a:cubicBezTo>
                  <a:pt x="2238" y="2049"/>
                  <a:pt x="2395" y="2206"/>
                  <a:pt x="2395" y="2395"/>
                </a:cubicBezTo>
                <a:cubicBezTo>
                  <a:pt x="2395" y="2584"/>
                  <a:pt x="2238" y="2742"/>
                  <a:pt x="2049" y="2742"/>
                </a:cubicBezTo>
                <a:cubicBezTo>
                  <a:pt x="1860" y="2742"/>
                  <a:pt x="1702" y="2584"/>
                  <a:pt x="1702" y="2395"/>
                </a:cubicBezTo>
                <a:cubicBezTo>
                  <a:pt x="1734" y="2206"/>
                  <a:pt x="1860" y="2049"/>
                  <a:pt x="2049" y="2049"/>
                </a:cubicBezTo>
                <a:close/>
                <a:moveTo>
                  <a:pt x="9736" y="2049"/>
                </a:moveTo>
                <a:cubicBezTo>
                  <a:pt x="9925" y="2049"/>
                  <a:pt x="10082" y="2206"/>
                  <a:pt x="10082" y="2395"/>
                </a:cubicBezTo>
                <a:cubicBezTo>
                  <a:pt x="10082" y="2584"/>
                  <a:pt x="9925" y="2742"/>
                  <a:pt x="9736" y="2742"/>
                </a:cubicBezTo>
                <a:cubicBezTo>
                  <a:pt x="9515" y="2742"/>
                  <a:pt x="9358" y="2584"/>
                  <a:pt x="9358" y="2395"/>
                </a:cubicBezTo>
                <a:cubicBezTo>
                  <a:pt x="9358" y="2206"/>
                  <a:pt x="9515" y="2049"/>
                  <a:pt x="9736" y="2049"/>
                </a:cubicBezTo>
                <a:close/>
                <a:moveTo>
                  <a:pt x="2049" y="3719"/>
                </a:moveTo>
                <a:lnTo>
                  <a:pt x="3151" y="5514"/>
                </a:lnTo>
                <a:lnTo>
                  <a:pt x="946" y="5514"/>
                </a:lnTo>
                <a:lnTo>
                  <a:pt x="2049" y="3719"/>
                </a:lnTo>
                <a:close/>
                <a:moveTo>
                  <a:pt x="9736" y="3719"/>
                </a:moveTo>
                <a:lnTo>
                  <a:pt x="10838" y="5514"/>
                </a:lnTo>
                <a:lnTo>
                  <a:pt x="8633" y="5514"/>
                </a:lnTo>
                <a:lnTo>
                  <a:pt x="9736" y="3719"/>
                </a:lnTo>
                <a:close/>
                <a:moveTo>
                  <a:pt x="3435" y="6207"/>
                </a:moveTo>
                <a:cubicBezTo>
                  <a:pt x="3466" y="6964"/>
                  <a:pt x="2836" y="7594"/>
                  <a:pt x="2049" y="7594"/>
                </a:cubicBezTo>
                <a:cubicBezTo>
                  <a:pt x="1292" y="7594"/>
                  <a:pt x="662" y="6964"/>
                  <a:pt x="662" y="6207"/>
                </a:cubicBezTo>
                <a:lnTo>
                  <a:pt x="3435" y="6207"/>
                </a:lnTo>
                <a:close/>
                <a:moveTo>
                  <a:pt x="11090" y="6207"/>
                </a:moveTo>
                <a:cubicBezTo>
                  <a:pt x="11090" y="6964"/>
                  <a:pt x="10460" y="7594"/>
                  <a:pt x="9736" y="7594"/>
                </a:cubicBezTo>
                <a:cubicBezTo>
                  <a:pt x="8980" y="7594"/>
                  <a:pt x="8350" y="6964"/>
                  <a:pt x="8350" y="6207"/>
                </a:cubicBezTo>
                <a:lnTo>
                  <a:pt x="11090" y="6207"/>
                </a:lnTo>
                <a:close/>
                <a:moveTo>
                  <a:pt x="5892" y="663"/>
                </a:moveTo>
                <a:cubicBezTo>
                  <a:pt x="6113" y="663"/>
                  <a:pt x="6270" y="820"/>
                  <a:pt x="6270" y="1009"/>
                </a:cubicBezTo>
                <a:lnTo>
                  <a:pt x="6270" y="8980"/>
                </a:lnTo>
                <a:lnTo>
                  <a:pt x="5546" y="8980"/>
                </a:lnTo>
                <a:lnTo>
                  <a:pt x="5546" y="1009"/>
                </a:lnTo>
                <a:cubicBezTo>
                  <a:pt x="5546" y="820"/>
                  <a:pt x="5703" y="663"/>
                  <a:pt x="5892" y="663"/>
                </a:cubicBezTo>
                <a:close/>
                <a:moveTo>
                  <a:pt x="8003" y="9673"/>
                </a:moveTo>
                <a:cubicBezTo>
                  <a:pt x="8192" y="9673"/>
                  <a:pt x="8350" y="9830"/>
                  <a:pt x="8350" y="10020"/>
                </a:cubicBezTo>
                <a:lnTo>
                  <a:pt x="8350" y="10398"/>
                </a:lnTo>
                <a:lnTo>
                  <a:pt x="3466" y="10398"/>
                </a:lnTo>
                <a:lnTo>
                  <a:pt x="3466" y="10020"/>
                </a:lnTo>
                <a:cubicBezTo>
                  <a:pt x="3466" y="9830"/>
                  <a:pt x="3624" y="9673"/>
                  <a:pt x="3813" y="9673"/>
                </a:cubicBezTo>
                <a:lnTo>
                  <a:pt x="8003" y="9673"/>
                </a:lnTo>
                <a:close/>
                <a:moveTo>
                  <a:pt x="5955" y="1"/>
                </a:moveTo>
                <a:cubicBezTo>
                  <a:pt x="5357" y="1"/>
                  <a:pt x="4916" y="474"/>
                  <a:pt x="4916" y="1009"/>
                </a:cubicBezTo>
                <a:lnTo>
                  <a:pt x="4916" y="1167"/>
                </a:lnTo>
                <a:cubicBezTo>
                  <a:pt x="3970" y="1671"/>
                  <a:pt x="3655" y="1891"/>
                  <a:pt x="3057" y="1954"/>
                </a:cubicBezTo>
                <a:cubicBezTo>
                  <a:pt x="2899" y="1608"/>
                  <a:pt x="2553" y="1324"/>
                  <a:pt x="2112" y="1324"/>
                </a:cubicBezTo>
                <a:cubicBezTo>
                  <a:pt x="1734" y="1324"/>
                  <a:pt x="1387" y="1576"/>
                  <a:pt x="1166" y="1923"/>
                </a:cubicBezTo>
                <a:cubicBezTo>
                  <a:pt x="946" y="1891"/>
                  <a:pt x="694" y="1797"/>
                  <a:pt x="505" y="1734"/>
                </a:cubicBezTo>
                <a:cubicBezTo>
                  <a:pt x="454" y="1708"/>
                  <a:pt x="404" y="1697"/>
                  <a:pt x="355" y="1697"/>
                </a:cubicBezTo>
                <a:cubicBezTo>
                  <a:pt x="224" y="1697"/>
                  <a:pt x="110" y="1784"/>
                  <a:pt x="64" y="1923"/>
                </a:cubicBezTo>
                <a:cubicBezTo>
                  <a:pt x="1" y="2112"/>
                  <a:pt x="64" y="2301"/>
                  <a:pt x="284" y="2364"/>
                </a:cubicBezTo>
                <a:cubicBezTo>
                  <a:pt x="536" y="2458"/>
                  <a:pt x="820" y="2553"/>
                  <a:pt x="1135" y="2616"/>
                </a:cubicBezTo>
                <a:cubicBezTo>
                  <a:pt x="1229" y="2899"/>
                  <a:pt x="1387" y="3151"/>
                  <a:pt x="1607" y="3277"/>
                </a:cubicBezTo>
                <a:lnTo>
                  <a:pt x="127" y="5703"/>
                </a:lnTo>
                <a:cubicBezTo>
                  <a:pt x="64" y="5735"/>
                  <a:pt x="64" y="5829"/>
                  <a:pt x="64" y="5892"/>
                </a:cubicBezTo>
                <a:lnTo>
                  <a:pt x="64" y="6239"/>
                </a:lnTo>
                <a:cubicBezTo>
                  <a:pt x="64" y="7405"/>
                  <a:pt x="1009" y="8350"/>
                  <a:pt x="2175" y="8350"/>
                </a:cubicBezTo>
                <a:cubicBezTo>
                  <a:pt x="3309" y="8350"/>
                  <a:pt x="4254" y="7405"/>
                  <a:pt x="4254" y="6239"/>
                </a:cubicBezTo>
                <a:lnTo>
                  <a:pt x="4254" y="5892"/>
                </a:lnTo>
                <a:cubicBezTo>
                  <a:pt x="4254" y="5829"/>
                  <a:pt x="4254" y="5766"/>
                  <a:pt x="4222" y="5703"/>
                </a:cubicBezTo>
                <a:lnTo>
                  <a:pt x="2710" y="3277"/>
                </a:lnTo>
                <a:cubicBezTo>
                  <a:pt x="2962" y="3183"/>
                  <a:pt x="3120" y="2931"/>
                  <a:pt x="3183" y="2647"/>
                </a:cubicBezTo>
                <a:cubicBezTo>
                  <a:pt x="3844" y="2553"/>
                  <a:pt x="4222" y="2332"/>
                  <a:pt x="4947" y="1954"/>
                </a:cubicBezTo>
                <a:lnTo>
                  <a:pt x="4947" y="8980"/>
                </a:lnTo>
                <a:lnTo>
                  <a:pt x="3939" y="8980"/>
                </a:lnTo>
                <a:cubicBezTo>
                  <a:pt x="3340" y="8980"/>
                  <a:pt x="2899" y="9421"/>
                  <a:pt x="2899" y="9988"/>
                </a:cubicBezTo>
                <a:lnTo>
                  <a:pt x="2899" y="10713"/>
                </a:lnTo>
                <a:cubicBezTo>
                  <a:pt x="2899" y="10902"/>
                  <a:pt x="3057" y="11059"/>
                  <a:pt x="3246" y="11059"/>
                </a:cubicBezTo>
                <a:lnTo>
                  <a:pt x="8822" y="11059"/>
                </a:lnTo>
                <a:cubicBezTo>
                  <a:pt x="9011" y="11059"/>
                  <a:pt x="9169" y="10902"/>
                  <a:pt x="9169" y="10713"/>
                </a:cubicBezTo>
                <a:lnTo>
                  <a:pt x="9169" y="9988"/>
                </a:lnTo>
                <a:cubicBezTo>
                  <a:pt x="9169" y="9389"/>
                  <a:pt x="8696" y="8980"/>
                  <a:pt x="8129" y="8980"/>
                </a:cubicBezTo>
                <a:lnTo>
                  <a:pt x="7089" y="8980"/>
                </a:lnTo>
                <a:lnTo>
                  <a:pt x="7089" y="1954"/>
                </a:lnTo>
                <a:cubicBezTo>
                  <a:pt x="7814" y="2332"/>
                  <a:pt x="8224" y="2553"/>
                  <a:pt x="8885" y="2647"/>
                </a:cubicBezTo>
                <a:cubicBezTo>
                  <a:pt x="8980" y="2931"/>
                  <a:pt x="9137" y="3120"/>
                  <a:pt x="9358" y="3277"/>
                </a:cubicBezTo>
                <a:lnTo>
                  <a:pt x="7877" y="5703"/>
                </a:lnTo>
                <a:cubicBezTo>
                  <a:pt x="7814" y="5735"/>
                  <a:pt x="7814" y="5829"/>
                  <a:pt x="7814" y="5892"/>
                </a:cubicBezTo>
                <a:lnTo>
                  <a:pt x="7814" y="6239"/>
                </a:lnTo>
                <a:cubicBezTo>
                  <a:pt x="7814" y="7405"/>
                  <a:pt x="8759" y="8350"/>
                  <a:pt x="9925" y="8350"/>
                </a:cubicBezTo>
                <a:cubicBezTo>
                  <a:pt x="11059" y="8350"/>
                  <a:pt x="12004" y="7405"/>
                  <a:pt x="12004" y="6239"/>
                </a:cubicBezTo>
                <a:lnTo>
                  <a:pt x="12004" y="5892"/>
                </a:lnTo>
                <a:cubicBezTo>
                  <a:pt x="12004" y="5829"/>
                  <a:pt x="12004" y="5766"/>
                  <a:pt x="11973" y="5703"/>
                </a:cubicBezTo>
                <a:lnTo>
                  <a:pt x="10460" y="3277"/>
                </a:lnTo>
                <a:cubicBezTo>
                  <a:pt x="10523" y="3151"/>
                  <a:pt x="10681" y="2899"/>
                  <a:pt x="10744" y="2616"/>
                </a:cubicBezTo>
                <a:cubicBezTo>
                  <a:pt x="11027" y="2553"/>
                  <a:pt x="11343" y="2458"/>
                  <a:pt x="11626" y="2364"/>
                </a:cubicBezTo>
                <a:cubicBezTo>
                  <a:pt x="11815" y="2269"/>
                  <a:pt x="11878" y="2080"/>
                  <a:pt x="11815" y="1923"/>
                </a:cubicBezTo>
                <a:cubicBezTo>
                  <a:pt x="11746" y="1784"/>
                  <a:pt x="11626" y="1697"/>
                  <a:pt x="11505" y="1697"/>
                </a:cubicBezTo>
                <a:cubicBezTo>
                  <a:pt x="11461" y="1697"/>
                  <a:pt x="11416" y="1708"/>
                  <a:pt x="11374" y="1734"/>
                </a:cubicBezTo>
                <a:cubicBezTo>
                  <a:pt x="11122" y="1797"/>
                  <a:pt x="10933" y="1891"/>
                  <a:pt x="10712" y="1923"/>
                </a:cubicBezTo>
                <a:cubicBezTo>
                  <a:pt x="10555" y="1576"/>
                  <a:pt x="10208" y="1324"/>
                  <a:pt x="9767" y="1324"/>
                </a:cubicBezTo>
                <a:cubicBezTo>
                  <a:pt x="9326" y="1324"/>
                  <a:pt x="8980" y="1576"/>
                  <a:pt x="8822" y="1954"/>
                </a:cubicBezTo>
                <a:cubicBezTo>
                  <a:pt x="8224" y="1828"/>
                  <a:pt x="7908" y="1639"/>
                  <a:pt x="6963" y="1167"/>
                </a:cubicBezTo>
                <a:lnTo>
                  <a:pt x="6963" y="1009"/>
                </a:lnTo>
                <a:cubicBezTo>
                  <a:pt x="6963" y="411"/>
                  <a:pt x="6491" y="1"/>
                  <a:pt x="5955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defRPr sz="14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defRPr sz="14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defRPr sz="14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defRPr sz="14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defRPr sz="14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defRPr sz="14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defRPr sz="14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defRPr sz="14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defRPr sz="14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None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29" name="Google Shape;9351;p70"/>
          <p:cNvGrpSpPr/>
          <p:nvPr/>
        </p:nvGrpSpPr>
        <p:grpSpPr>
          <a:xfrm>
            <a:off x="550287" y="2658363"/>
            <a:ext cx="354527" cy="354558"/>
            <a:chOff x="-34032200" y="2634975"/>
            <a:chExt cx="292225" cy="292250"/>
          </a:xfrm>
        </p:grpSpPr>
        <p:sp>
          <p:nvSpPr>
            <p:cNvPr id="30" name="Google Shape;9352;p70"/>
            <p:cNvSpPr/>
            <p:nvPr/>
          </p:nvSpPr>
          <p:spPr>
            <a:xfrm>
              <a:off x="-34032200" y="2634975"/>
              <a:ext cx="292225" cy="292250"/>
            </a:xfrm>
            <a:custGeom>
              <a:avLst/>
              <a:gdLst/>
              <a:ahLst/>
              <a:cxnLst/>
              <a:rect l="l" t="t" r="r" b="b"/>
              <a:pathLst>
                <a:path w="11689" h="11690">
                  <a:moveTo>
                    <a:pt x="5766" y="662"/>
                  </a:moveTo>
                  <a:cubicBezTo>
                    <a:pt x="8602" y="662"/>
                    <a:pt x="10933" y="2962"/>
                    <a:pt x="10933" y="5798"/>
                  </a:cubicBezTo>
                  <a:cubicBezTo>
                    <a:pt x="10933" y="6806"/>
                    <a:pt x="10649" y="7783"/>
                    <a:pt x="10114" y="8602"/>
                  </a:cubicBezTo>
                  <a:lnTo>
                    <a:pt x="10145" y="8444"/>
                  </a:lnTo>
                  <a:cubicBezTo>
                    <a:pt x="10177" y="8350"/>
                    <a:pt x="10145" y="8224"/>
                    <a:pt x="10082" y="8129"/>
                  </a:cubicBezTo>
                  <a:cubicBezTo>
                    <a:pt x="9988" y="8066"/>
                    <a:pt x="9862" y="8035"/>
                    <a:pt x="9767" y="8035"/>
                  </a:cubicBezTo>
                  <a:lnTo>
                    <a:pt x="9641" y="8066"/>
                  </a:lnTo>
                  <a:cubicBezTo>
                    <a:pt x="10019" y="7405"/>
                    <a:pt x="10240" y="6617"/>
                    <a:pt x="10240" y="5829"/>
                  </a:cubicBezTo>
                  <a:cubicBezTo>
                    <a:pt x="10240" y="3372"/>
                    <a:pt x="8223" y="1356"/>
                    <a:pt x="5766" y="1356"/>
                  </a:cubicBezTo>
                  <a:cubicBezTo>
                    <a:pt x="5136" y="1356"/>
                    <a:pt x="4506" y="1482"/>
                    <a:pt x="3970" y="1765"/>
                  </a:cubicBezTo>
                  <a:cubicBezTo>
                    <a:pt x="3813" y="1828"/>
                    <a:pt x="3718" y="2017"/>
                    <a:pt x="3813" y="2175"/>
                  </a:cubicBezTo>
                  <a:lnTo>
                    <a:pt x="3970" y="2553"/>
                  </a:lnTo>
                  <a:lnTo>
                    <a:pt x="2710" y="2742"/>
                  </a:lnTo>
                  <a:lnTo>
                    <a:pt x="2301" y="2773"/>
                  </a:lnTo>
                  <a:cubicBezTo>
                    <a:pt x="2364" y="2647"/>
                    <a:pt x="2710" y="1324"/>
                    <a:pt x="2742" y="1198"/>
                  </a:cubicBezTo>
                  <a:lnTo>
                    <a:pt x="2836" y="1293"/>
                  </a:lnTo>
                  <a:cubicBezTo>
                    <a:pt x="2898" y="1354"/>
                    <a:pt x="2986" y="1402"/>
                    <a:pt x="3084" y="1402"/>
                  </a:cubicBezTo>
                  <a:cubicBezTo>
                    <a:pt x="3136" y="1402"/>
                    <a:pt x="3191" y="1389"/>
                    <a:pt x="3246" y="1356"/>
                  </a:cubicBezTo>
                  <a:cubicBezTo>
                    <a:pt x="4033" y="883"/>
                    <a:pt x="4915" y="662"/>
                    <a:pt x="5766" y="662"/>
                  </a:cubicBezTo>
                  <a:close/>
                  <a:moveTo>
                    <a:pt x="6144" y="2080"/>
                  </a:moveTo>
                  <a:cubicBezTo>
                    <a:pt x="7940" y="2238"/>
                    <a:pt x="9358" y="3687"/>
                    <a:pt x="9515" y="5451"/>
                  </a:cubicBezTo>
                  <a:lnTo>
                    <a:pt x="9200" y="5451"/>
                  </a:lnTo>
                  <a:cubicBezTo>
                    <a:pt x="9011" y="5451"/>
                    <a:pt x="8854" y="5609"/>
                    <a:pt x="8854" y="5829"/>
                  </a:cubicBezTo>
                  <a:cubicBezTo>
                    <a:pt x="8854" y="6018"/>
                    <a:pt x="9011" y="6176"/>
                    <a:pt x="9200" y="6176"/>
                  </a:cubicBezTo>
                  <a:lnTo>
                    <a:pt x="9515" y="6176"/>
                  </a:lnTo>
                  <a:cubicBezTo>
                    <a:pt x="9452" y="6932"/>
                    <a:pt x="9169" y="7657"/>
                    <a:pt x="8665" y="8255"/>
                  </a:cubicBezTo>
                  <a:lnTo>
                    <a:pt x="6995" y="8570"/>
                  </a:lnTo>
                  <a:cubicBezTo>
                    <a:pt x="6900" y="8602"/>
                    <a:pt x="6806" y="8665"/>
                    <a:pt x="6774" y="8759"/>
                  </a:cubicBezTo>
                  <a:cubicBezTo>
                    <a:pt x="6743" y="8885"/>
                    <a:pt x="6743" y="9011"/>
                    <a:pt x="6806" y="9074"/>
                  </a:cubicBezTo>
                  <a:lnTo>
                    <a:pt x="6995" y="9389"/>
                  </a:lnTo>
                  <a:cubicBezTo>
                    <a:pt x="6743" y="9484"/>
                    <a:pt x="6459" y="9547"/>
                    <a:pt x="6176" y="9547"/>
                  </a:cubicBezTo>
                  <a:lnTo>
                    <a:pt x="6176" y="9232"/>
                  </a:lnTo>
                  <a:cubicBezTo>
                    <a:pt x="6176" y="9043"/>
                    <a:pt x="6018" y="8885"/>
                    <a:pt x="5829" y="8885"/>
                  </a:cubicBezTo>
                  <a:cubicBezTo>
                    <a:pt x="5640" y="8885"/>
                    <a:pt x="5483" y="9043"/>
                    <a:pt x="5483" y="9232"/>
                  </a:cubicBezTo>
                  <a:lnTo>
                    <a:pt x="5483" y="9547"/>
                  </a:lnTo>
                  <a:cubicBezTo>
                    <a:pt x="3655" y="9389"/>
                    <a:pt x="2238" y="7940"/>
                    <a:pt x="2080" y="6176"/>
                  </a:cubicBezTo>
                  <a:lnTo>
                    <a:pt x="2395" y="6176"/>
                  </a:lnTo>
                  <a:cubicBezTo>
                    <a:pt x="2584" y="6176"/>
                    <a:pt x="2742" y="6018"/>
                    <a:pt x="2742" y="5829"/>
                  </a:cubicBezTo>
                  <a:cubicBezTo>
                    <a:pt x="2742" y="5609"/>
                    <a:pt x="2584" y="5451"/>
                    <a:pt x="2395" y="5451"/>
                  </a:cubicBezTo>
                  <a:lnTo>
                    <a:pt x="2080" y="5451"/>
                  </a:lnTo>
                  <a:cubicBezTo>
                    <a:pt x="2175" y="4727"/>
                    <a:pt x="2427" y="3971"/>
                    <a:pt x="2962" y="3372"/>
                  </a:cubicBezTo>
                  <a:lnTo>
                    <a:pt x="4474" y="3183"/>
                  </a:lnTo>
                  <a:cubicBezTo>
                    <a:pt x="4600" y="3183"/>
                    <a:pt x="4663" y="3088"/>
                    <a:pt x="4726" y="3025"/>
                  </a:cubicBezTo>
                  <a:cubicBezTo>
                    <a:pt x="4758" y="2931"/>
                    <a:pt x="4758" y="2836"/>
                    <a:pt x="4726" y="2710"/>
                  </a:cubicBezTo>
                  <a:lnTo>
                    <a:pt x="4506" y="2269"/>
                  </a:lnTo>
                  <a:cubicBezTo>
                    <a:pt x="4789" y="2143"/>
                    <a:pt x="5104" y="2112"/>
                    <a:pt x="5420" y="2080"/>
                  </a:cubicBezTo>
                  <a:lnTo>
                    <a:pt x="5420" y="2395"/>
                  </a:lnTo>
                  <a:cubicBezTo>
                    <a:pt x="5420" y="2584"/>
                    <a:pt x="5577" y="2742"/>
                    <a:pt x="5766" y="2742"/>
                  </a:cubicBezTo>
                  <a:cubicBezTo>
                    <a:pt x="5987" y="2742"/>
                    <a:pt x="6144" y="2584"/>
                    <a:pt x="6144" y="2395"/>
                  </a:cubicBezTo>
                  <a:lnTo>
                    <a:pt x="6144" y="2080"/>
                  </a:lnTo>
                  <a:close/>
                  <a:moveTo>
                    <a:pt x="1607" y="2899"/>
                  </a:moveTo>
                  <a:lnTo>
                    <a:pt x="1544" y="3151"/>
                  </a:lnTo>
                  <a:cubicBezTo>
                    <a:pt x="1481" y="3246"/>
                    <a:pt x="1544" y="3372"/>
                    <a:pt x="1607" y="3466"/>
                  </a:cubicBezTo>
                  <a:cubicBezTo>
                    <a:pt x="1670" y="3529"/>
                    <a:pt x="1796" y="3561"/>
                    <a:pt x="1922" y="3561"/>
                  </a:cubicBezTo>
                  <a:lnTo>
                    <a:pt x="1985" y="3561"/>
                  </a:lnTo>
                  <a:cubicBezTo>
                    <a:pt x="1607" y="4254"/>
                    <a:pt x="1387" y="5042"/>
                    <a:pt x="1387" y="5861"/>
                  </a:cubicBezTo>
                  <a:cubicBezTo>
                    <a:pt x="1387" y="8287"/>
                    <a:pt x="3372" y="10303"/>
                    <a:pt x="5829" y="10303"/>
                  </a:cubicBezTo>
                  <a:cubicBezTo>
                    <a:pt x="6459" y="10303"/>
                    <a:pt x="7089" y="10177"/>
                    <a:pt x="7688" y="9925"/>
                  </a:cubicBezTo>
                  <a:cubicBezTo>
                    <a:pt x="7751" y="9862"/>
                    <a:pt x="7845" y="9799"/>
                    <a:pt x="7877" y="9704"/>
                  </a:cubicBezTo>
                  <a:cubicBezTo>
                    <a:pt x="7908" y="9641"/>
                    <a:pt x="7877" y="9515"/>
                    <a:pt x="7845" y="9452"/>
                  </a:cubicBezTo>
                  <a:lnTo>
                    <a:pt x="7688" y="9200"/>
                  </a:lnTo>
                  <a:lnTo>
                    <a:pt x="9421" y="8854"/>
                  </a:lnTo>
                  <a:lnTo>
                    <a:pt x="9421" y="8854"/>
                  </a:lnTo>
                  <a:cubicBezTo>
                    <a:pt x="9326" y="9200"/>
                    <a:pt x="9074" y="10177"/>
                    <a:pt x="9011" y="10492"/>
                  </a:cubicBezTo>
                  <a:lnTo>
                    <a:pt x="8759" y="10303"/>
                  </a:lnTo>
                  <a:cubicBezTo>
                    <a:pt x="8708" y="10235"/>
                    <a:pt x="8640" y="10204"/>
                    <a:pt x="8567" y="10204"/>
                  </a:cubicBezTo>
                  <a:cubicBezTo>
                    <a:pt x="8505" y="10204"/>
                    <a:pt x="8439" y="10228"/>
                    <a:pt x="8381" y="10271"/>
                  </a:cubicBezTo>
                  <a:cubicBezTo>
                    <a:pt x="7593" y="10744"/>
                    <a:pt x="6680" y="10965"/>
                    <a:pt x="5829" y="10965"/>
                  </a:cubicBezTo>
                  <a:cubicBezTo>
                    <a:pt x="2994" y="10965"/>
                    <a:pt x="662" y="8665"/>
                    <a:pt x="662" y="5829"/>
                  </a:cubicBezTo>
                  <a:cubicBezTo>
                    <a:pt x="662" y="4758"/>
                    <a:pt x="977" y="3781"/>
                    <a:pt x="1607" y="2899"/>
                  </a:cubicBezTo>
                  <a:close/>
                  <a:moveTo>
                    <a:pt x="5766" y="1"/>
                  </a:moveTo>
                  <a:cubicBezTo>
                    <a:pt x="4884" y="1"/>
                    <a:pt x="3970" y="221"/>
                    <a:pt x="3151" y="662"/>
                  </a:cubicBezTo>
                  <a:lnTo>
                    <a:pt x="2836" y="316"/>
                  </a:lnTo>
                  <a:cubicBezTo>
                    <a:pt x="2765" y="245"/>
                    <a:pt x="2677" y="210"/>
                    <a:pt x="2597" y="210"/>
                  </a:cubicBezTo>
                  <a:cubicBezTo>
                    <a:pt x="2570" y="210"/>
                    <a:pt x="2545" y="214"/>
                    <a:pt x="2521" y="221"/>
                  </a:cubicBezTo>
                  <a:cubicBezTo>
                    <a:pt x="2395" y="253"/>
                    <a:pt x="2301" y="347"/>
                    <a:pt x="2269" y="473"/>
                  </a:cubicBezTo>
                  <a:lnTo>
                    <a:pt x="1985" y="1450"/>
                  </a:lnTo>
                  <a:cubicBezTo>
                    <a:pt x="694" y="2553"/>
                    <a:pt x="1" y="4160"/>
                    <a:pt x="1" y="5829"/>
                  </a:cubicBezTo>
                  <a:cubicBezTo>
                    <a:pt x="1" y="7342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774" y="11689"/>
                    <a:pt x="7719" y="11437"/>
                    <a:pt x="8539" y="11028"/>
                  </a:cubicBezTo>
                  <a:lnTo>
                    <a:pt x="8980" y="11406"/>
                  </a:lnTo>
                  <a:cubicBezTo>
                    <a:pt x="9027" y="11477"/>
                    <a:pt x="9110" y="11512"/>
                    <a:pt x="9201" y="11512"/>
                  </a:cubicBezTo>
                  <a:cubicBezTo>
                    <a:pt x="9232" y="11512"/>
                    <a:pt x="9263" y="11508"/>
                    <a:pt x="9295" y="11500"/>
                  </a:cubicBezTo>
                  <a:cubicBezTo>
                    <a:pt x="9421" y="11437"/>
                    <a:pt x="9484" y="11374"/>
                    <a:pt x="9515" y="11248"/>
                  </a:cubicBezTo>
                  <a:lnTo>
                    <a:pt x="9799" y="10114"/>
                  </a:lnTo>
                  <a:cubicBezTo>
                    <a:pt x="10996" y="9011"/>
                    <a:pt x="11689" y="7468"/>
                    <a:pt x="11689" y="5861"/>
                  </a:cubicBezTo>
                  <a:cubicBezTo>
                    <a:pt x="11658" y="2616"/>
                    <a:pt x="9011" y="1"/>
                    <a:pt x="5766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353;p70"/>
            <p:cNvSpPr/>
            <p:nvPr/>
          </p:nvSpPr>
          <p:spPr>
            <a:xfrm>
              <a:off x="-33947125" y="2735800"/>
              <a:ext cx="51200" cy="86675"/>
            </a:xfrm>
            <a:custGeom>
              <a:avLst/>
              <a:gdLst/>
              <a:ahLst/>
              <a:cxnLst/>
              <a:rect l="l" t="t" r="r" b="b"/>
              <a:pathLst>
                <a:path w="2048" h="3467"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229"/>
                    <a:pt x="158" y="1387"/>
                    <a:pt x="378" y="1387"/>
                  </a:cubicBezTo>
                  <a:cubicBezTo>
                    <a:pt x="567" y="1387"/>
                    <a:pt x="725" y="1229"/>
                    <a:pt x="725" y="1040"/>
                  </a:cubicBezTo>
                  <a:cubicBezTo>
                    <a:pt x="725" y="851"/>
                    <a:pt x="882" y="662"/>
                    <a:pt x="1071" y="662"/>
                  </a:cubicBezTo>
                  <a:cubicBezTo>
                    <a:pt x="1292" y="662"/>
                    <a:pt x="1449" y="851"/>
                    <a:pt x="1449" y="1040"/>
                  </a:cubicBezTo>
                  <a:lnTo>
                    <a:pt x="1449" y="1292"/>
                  </a:lnTo>
                  <a:cubicBezTo>
                    <a:pt x="1449" y="1418"/>
                    <a:pt x="1355" y="1544"/>
                    <a:pt x="1229" y="1639"/>
                  </a:cubicBezTo>
                  <a:lnTo>
                    <a:pt x="599" y="1954"/>
                  </a:lnTo>
                  <a:cubicBezTo>
                    <a:pt x="252" y="2111"/>
                    <a:pt x="63" y="2458"/>
                    <a:pt x="63" y="2836"/>
                  </a:cubicBezTo>
                  <a:lnTo>
                    <a:pt x="63" y="3119"/>
                  </a:lnTo>
                  <a:cubicBezTo>
                    <a:pt x="0" y="3372"/>
                    <a:pt x="158" y="3466"/>
                    <a:pt x="315" y="3466"/>
                  </a:cubicBezTo>
                  <a:lnTo>
                    <a:pt x="1701" y="3466"/>
                  </a:lnTo>
                  <a:cubicBezTo>
                    <a:pt x="1891" y="3466"/>
                    <a:pt x="2048" y="3309"/>
                    <a:pt x="2048" y="3119"/>
                  </a:cubicBezTo>
                  <a:cubicBezTo>
                    <a:pt x="2048" y="2930"/>
                    <a:pt x="1891" y="2773"/>
                    <a:pt x="1701" y="2773"/>
                  </a:cubicBezTo>
                  <a:lnTo>
                    <a:pt x="693" y="2773"/>
                  </a:lnTo>
                  <a:cubicBezTo>
                    <a:pt x="725" y="2678"/>
                    <a:pt x="756" y="2584"/>
                    <a:pt x="882" y="2521"/>
                  </a:cubicBezTo>
                  <a:lnTo>
                    <a:pt x="1512" y="2206"/>
                  </a:lnTo>
                  <a:cubicBezTo>
                    <a:pt x="1859" y="2048"/>
                    <a:pt x="2048" y="1702"/>
                    <a:pt x="2048" y="1292"/>
                  </a:cubicBezTo>
                  <a:lnTo>
                    <a:pt x="2048" y="1040"/>
                  </a:lnTo>
                  <a:cubicBezTo>
                    <a:pt x="2048" y="473"/>
                    <a:pt x="1575" y="1"/>
                    <a:pt x="1040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354;p70"/>
            <p:cNvSpPr/>
            <p:nvPr/>
          </p:nvSpPr>
          <p:spPr>
            <a:xfrm>
              <a:off x="-33878600" y="2737375"/>
              <a:ext cx="52000" cy="86675"/>
            </a:xfrm>
            <a:custGeom>
              <a:avLst/>
              <a:gdLst/>
              <a:ahLst/>
              <a:cxnLst/>
              <a:rect l="l" t="t" r="r" b="b"/>
              <a:pathLst>
                <a:path w="2080" h="3467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0" y="1922"/>
                    <a:pt x="158" y="2080"/>
                    <a:pt x="347" y="2080"/>
                  </a:cubicBezTo>
                  <a:lnTo>
                    <a:pt x="1355" y="2080"/>
                  </a:lnTo>
                  <a:lnTo>
                    <a:pt x="1355" y="3088"/>
                  </a:lnTo>
                  <a:cubicBezTo>
                    <a:pt x="1355" y="3309"/>
                    <a:pt x="1512" y="3466"/>
                    <a:pt x="1733" y="3466"/>
                  </a:cubicBezTo>
                  <a:cubicBezTo>
                    <a:pt x="1922" y="3466"/>
                    <a:pt x="2079" y="3309"/>
                    <a:pt x="2079" y="3088"/>
                  </a:cubicBezTo>
                  <a:lnTo>
                    <a:pt x="2079" y="1733"/>
                  </a:lnTo>
                  <a:lnTo>
                    <a:pt x="2079" y="347"/>
                  </a:lnTo>
                  <a:cubicBezTo>
                    <a:pt x="2079" y="158"/>
                    <a:pt x="1922" y="1"/>
                    <a:pt x="1733" y="1"/>
                  </a:cubicBezTo>
                  <a:cubicBezTo>
                    <a:pt x="1512" y="1"/>
                    <a:pt x="1355" y="158"/>
                    <a:pt x="1355" y="347"/>
                  </a:cubicBezTo>
                  <a:lnTo>
                    <a:pt x="1355" y="1355"/>
                  </a:lnTo>
                  <a:lnTo>
                    <a:pt x="693" y="1355"/>
                  </a:ln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" name="Google Shape;4625;p46"/>
          <p:cNvGrpSpPr/>
          <p:nvPr/>
        </p:nvGrpSpPr>
        <p:grpSpPr>
          <a:xfrm>
            <a:off x="585806" y="4324443"/>
            <a:ext cx="284927" cy="329946"/>
            <a:chOff x="1259525" y="3852925"/>
            <a:chExt cx="336075" cy="435500"/>
          </a:xfrm>
        </p:grpSpPr>
        <p:sp>
          <p:nvSpPr>
            <p:cNvPr id="42" name="Google Shape;4626;p46"/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lnTo>
                    <a:pt x="12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627;p46"/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lnTo>
                    <a:pt x="2060" y="1048"/>
                  </a:ln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lnTo>
                    <a:pt x="11799" y="1048"/>
                  </a:ln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9185;p69"/>
          <p:cNvGrpSpPr/>
          <p:nvPr/>
        </p:nvGrpSpPr>
        <p:grpSpPr>
          <a:xfrm>
            <a:off x="561666" y="1134769"/>
            <a:ext cx="352232" cy="348539"/>
            <a:chOff x="1049375" y="2318350"/>
            <a:chExt cx="298525" cy="295400"/>
          </a:xfrm>
        </p:grpSpPr>
        <p:sp>
          <p:nvSpPr>
            <p:cNvPr id="65" name="Google Shape;9186;p69"/>
            <p:cNvSpPr/>
            <p:nvPr/>
          </p:nvSpPr>
          <p:spPr>
            <a:xfrm>
              <a:off x="1101350" y="2492325"/>
              <a:ext cx="70125" cy="50525"/>
            </a:xfrm>
            <a:custGeom>
              <a:avLst/>
              <a:gdLst/>
              <a:ahLst/>
              <a:cxnLst/>
              <a:rect l="l" t="t" r="r" b="b"/>
              <a:pathLst>
                <a:path w="2805" h="2021">
                  <a:moveTo>
                    <a:pt x="2473" y="0"/>
                  </a:moveTo>
                  <a:cubicBezTo>
                    <a:pt x="2377" y="0"/>
                    <a:pt x="2273" y="32"/>
                    <a:pt x="2206" y="99"/>
                  </a:cubicBezTo>
                  <a:lnTo>
                    <a:pt x="1072" y="1233"/>
                  </a:lnTo>
                  <a:lnTo>
                    <a:pt x="599" y="761"/>
                  </a:lnTo>
                  <a:cubicBezTo>
                    <a:pt x="536" y="713"/>
                    <a:pt x="449" y="690"/>
                    <a:pt x="363" y="690"/>
                  </a:cubicBezTo>
                  <a:cubicBezTo>
                    <a:pt x="276" y="690"/>
                    <a:pt x="189" y="713"/>
                    <a:pt x="126" y="761"/>
                  </a:cubicBezTo>
                  <a:cubicBezTo>
                    <a:pt x="0" y="887"/>
                    <a:pt x="0" y="1139"/>
                    <a:pt x="126" y="1233"/>
                  </a:cubicBezTo>
                  <a:lnTo>
                    <a:pt x="820" y="1958"/>
                  </a:lnTo>
                  <a:cubicBezTo>
                    <a:pt x="914" y="2021"/>
                    <a:pt x="977" y="2021"/>
                    <a:pt x="1072" y="2021"/>
                  </a:cubicBezTo>
                  <a:cubicBezTo>
                    <a:pt x="1135" y="2021"/>
                    <a:pt x="1261" y="1989"/>
                    <a:pt x="1292" y="1926"/>
                  </a:cubicBezTo>
                  <a:lnTo>
                    <a:pt x="2678" y="540"/>
                  </a:lnTo>
                  <a:cubicBezTo>
                    <a:pt x="2804" y="414"/>
                    <a:pt x="2804" y="162"/>
                    <a:pt x="2678" y="68"/>
                  </a:cubicBezTo>
                  <a:cubicBezTo>
                    <a:pt x="2634" y="24"/>
                    <a:pt x="2557" y="0"/>
                    <a:pt x="247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9187;p69"/>
            <p:cNvSpPr/>
            <p:nvPr/>
          </p:nvSpPr>
          <p:spPr>
            <a:xfrm>
              <a:off x="1101350" y="2440525"/>
              <a:ext cx="70125" cy="51150"/>
            </a:xfrm>
            <a:custGeom>
              <a:avLst/>
              <a:gdLst/>
              <a:ahLst/>
              <a:cxnLst/>
              <a:rect l="l" t="t" r="r" b="b"/>
              <a:pathLst>
                <a:path w="2805" h="2046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38"/>
                    <a:pt x="449" y="714"/>
                    <a:pt x="363" y="714"/>
                  </a:cubicBezTo>
                  <a:cubicBezTo>
                    <a:pt x="276" y="714"/>
                    <a:pt x="189" y="738"/>
                    <a:pt x="126" y="785"/>
                  </a:cubicBezTo>
                  <a:cubicBezTo>
                    <a:pt x="0" y="911"/>
                    <a:pt x="0" y="1163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4"/>
                    <a:pt x="1292" y="1951"/>
                  </a:cubicBezTo>
                  <a:lnTo>
                    <a:pt x="2678" y="564"/>
                  </a:lnTo>
                  <a:cubicBezTo>
                    <a:pt x="2804" y="438"/>
                    <a:pt x="2804" y="186"/>
                    <a:pt x="2678" y="92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9188;p69"/>
            <p:cNvSpPr/>
            <p:nvPr/>
          </p:nvSpPr>
          <p:spPr>
            <a:xfrm>
              <a:off x="1101350" y="2388550"/>
              <a:ext cx="70125" cy="51125"/>
            </a:xfrm>
            <a:custGeom>
              <a:avLst/>
              <a:gdLst/>
              <a:ahLst/>
              <a:cxnLst/>
              <a:rect l="l" t="t" r="r" b="b"/>
              <a:pathLst>
                <a:path w="2805" h="2045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22"/>
                    <a:pt x="449" y="690"/>
                    <a:pt x="363" y="690"/>
                  </a:cubicBezTo>
                  <a:cubicBezTo>
                    <a:pt x="276" y="690"/>
                    <a:pt x="189" y="722"/>
                    <a:pt x="126" y="785"/>
                  </a:cubicBezTo>
                  <a:cubicBezTo>
                    <a:pt x="0" y="911"/>
                    <a:pt x="0" y="1131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3"/>
                    <a:pt x="1292" y="1919"/>
                  </a:cubicBezTo>
                  <a:lnTo>
                    <a:pt x="2678" y="532"/>
                  </a:lnTo>
                  <a:cubicBezTo>
                    <a:pt x="2804" y="438"/>
                    <a:pt x="2804" y="186"/>
                    <a:pt x="2678" y="91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9189;p69"/>
            <p:cNvSpPr/>
            <p:nvPr/>
          </p:nvSpPr>
          <p:spPr>
            <a:xfrm>
              <a:off x="1049375" y="2318350"/>
              <a:ext cx="298525" cy="295400"/>
            </a:xfrm>
            <a:custGeom>
              <a:avLst/>
              <a:gdLst/>
              <a:ahLst/>
              <a:cxnLst/>
              <a:rect l="l" t="t" r="r" b="b"/>
              <a:pathLst>
                <a:path w="11941" h="11816">
                  <a:moveTo>
                    <a:pt x="6963" y="1198"/>
                  </a:moveTo>
                  <a:lnTo>
                    <a:pt x="7876" y="2143"/>
                  </a:lnTo>
                  <a:lnTo>
                    <a:pt x="6963" y="2143"/>
                  </a:lnTo>
                  <a:lnTo>
                    <a:pt x="6963" y="1198"/>
                  </a:lnTo>
                  <a:close/>
                  <a:moveTo>
                    <a:pt x="10286" y="3498"/>
                  </a:moveTo>
                  <a:cubicBezTo>
                    <a:pt x="10373" y="3498"/>
                    <a:pt x="10460" y="3530"/>
                    <a:pt x="10523" y="3593"/>
                  </a:cubicBezTo>
                  <a:lnTo>
                    <a:pt x="10995" y="4065"/>
                  </a:lnTo>
                  <a:cubicBezTo>
                    <a:pt x="11184" y="4223"/>
                    <a:pt x="11184" y="4475"/>
                    <a:pt x="11027" y="4569"/>
                  </a:cubicBezTo>
                  <a:lnTo>
                    <a:pt x="10806" y="4821"/>
                  </a:lnTo>
                  <a:lnTo>
                    <a:pt x="9798" y="3845"/>
                  </a:lnTo>
                  <a:lnTo>
                    <a:pt x="10050" y="3593"/>
                  </a:lnTo>
                  <a:cubicBezTo>
                    <a:pt x="10113" y="3530"/>
                    <a:pt x="10200" y="3498"/>
                    <a:pt x="10286" y="3498"/>
                  </a:cubicBezTo>
                  <a:close/>
                  <a:moveTo>
                    <a:pt x="9294" y="4349"/>
                  </a:moveTo>
                  <a:lnTo>
                    <a:pt x="10271" y="5325"/>
                  </a:lnTo>
                  <a:lnTo>
                    <a:pt x="7845" y="7783"/>
                  </a:lnTo>
                  <a:lnTo>
                    <a:pt x="6868" y="6774"/>
                  </a:lnTo>
                  <a:lnTo>
                    <a:pt x="9294" y="4349"/>
                  </a:lnTo>
                  <a:close/>
                  <a:moveTo>
                    <a:pt x="6585" y="7499"/>
                  </a:moveTo>
                  <a:lnTo>
                    <a:pt x="7183" y="8098"/>
                  </a:lnTo>
                  <a:lnTo>
                    <a:pt x="6427" y="8255"/>
                  </a:lnTo>
                  <a:lnTo>
                    <a:pt x="6585" y="7499"/>
                  </a:lnTo>
                  <a:close/>
                  <a:moveTo>
                    <a:pt x="6994" y="10398"/>
                  </a:moveTo>
                  <a:lnTo>
                    <a:pt x="6994" y="10776"/>
                  </a:lnTo>
                  <a:cubicBezTo>
                    <a:pt x="6994" y="10870"/>
                    <a:pt x="7057" y="10996"/>
                    <a:pt x="7089" y="11122"/>
                  </a:cubicBezTo>
                  <a:lnTo>
                    <a:pt x="1071" y="11122"/>
                  </a:lnTo>
                  <a:cubicBezTo>
                    <a:pt x="882" y="11122"/>
                    <a:pt x="693" y="10965"/>
                    <a:pt x="693" y="10776"/>
                  </a:cubicBezTo>
                  <a:lnTo>
                    <a:pt x="693" y="10398"/>
                  </a:lnTo>
                  <a:lnTo>
                    <a:pt x="6994" y="10398"/>
                  </a:lnTo>
                  <a:close/>
                  <a:moveTo>
                    <a:pt x="6270" y="663"/>
                  </a:moveTo>
                  <a:lnTo>
                    <a:pt x="6270" y="2458"/>
                  </a:lnTo>
                  <a:cubicBezTo>
                    <a:pt x="6270" y="2647"/>
                    <a:pt x="6427" y="2805"/>
                    <a:pt x="6616" y="2805"/>
                  </a:cubicBezTo>
                  <a:lnTo>
                    <a:pt x="8349" y="2805"/>
                  </a:lnTo>
                  <a:lnTo>
                    <a:pt x="8349" y="4286"/>
                  </a:lnTo>
                  <a:lnTo>
                    <a:pt x="6112" y="6554"/>
                  </a:lnTo>
                  <a:cubicBezTo>
                    <a:pt x="6081" y="6585"/>
                    <a:pt x="6018" y="6680"/>
                    <a:pt x="6018" y="6711"/>
                  </a:cubicBezTo>
                  <a:lnTo>
                    <a:pt x="5608" y="8633"/>
                  </a:lnTo>
                  <a:cubicBezTo>
                    <a:pt x="5545" y="8759"/>
                    <a:pt x="5608" y="8885"/>
                    <a:pt x="5671" y="8948"/>
                  </a:cubicBezTo>
                  <a:cubicBezTo>
                    <a:pt x="5742" y="9019"/>
                    <a:pt x="5813" y="9055"/>
                    <a:pt x="5897" y="9055"/>
                  </a:cubicBezTo>
                  <a:cubicBezTo>
                    <a:pt x="5925" y="9055"/>
                    <a:pt x="5955" y="9051"/>
                    <a:pt x="5986" y="9043"/>
                  </a:cubicBezTo>
                  <a:lnTo>
                    <a:pt x="7908" y="8602"/>
                  </a:lnTo>
                  <a:cubicBezTo>
                    <a:pt x="8002" y="8602"/>
                    <a:pt x="8034" y="8570"/>
                    <a:pt x="8065" y="8507"/>
                  </a:cubicBezTo>
                  <a:lnTo>
                    <a:pt x="8349" y="8255"/>
                  </a:lnTo>
                  <a:lnTo>
                    <a:pt x="8349" y="10807"/>
                  </a:lnTo>
                  <a:lnTo>
                    <a:pt x="8380" y="10807"/>
                  </a:lnTo>
                  <a:cubicBezTo>
                    <a:pt x="8380" y="10996"/>
                    <a:pt x="8223" y="11154"/>
                    <a:pt x="8034" y="11154"/>
                  </a:cubicBezTo>
                  <a:cubicBezTo>
                    <a:pt x="7845" y="11154"/>
                    <a:pt x="7687" y="10996"/>
                    <a:pt x="7687" y="10807"/>
                  </a:cubicBezTo>
                  <a:lnTo>
                    <a:pt x="7687" y="10083"/>
                  </a:lnTo>
                  <a:cubicBezTo>
                    <a:pt x="7687" y="9893"/>
                    <a:pt x="7530" y="9736"/>
                    <a:pt x="7309" y="9736"/>
                  </a:cubicBezTo>
                  <a:lnTo>
                    <a:pt x="1386" y="9736"/>
                  </a:lnTo>
                  <a:lnTo>
                    <a:pt x="1386" y="663"/>
                  </a:lnTo>
                  <a:lnTo>
                    <a:pt x="6270" y="663"/>
                  </a:lnTo>
                  <a:close/>
                  <a:moveTo>
                    <a:pt x="1071" y="1"/>
                  </a:moveTo>
                  <a:cubicBezTo>
                    <a:pt x="882" y="1"/>
                    <a:pt x="693" y="158"/>
                    <a:pt x="693" y="379"/>
                  </a:cubicBezTo>
                  <a:lnTo>
                    <a:pt x="693" y="9736"/>
                  </a:lnTo>
                  <a:lnTo>
                    <a:pt x="347" y="9736"/>
                  </a:lnTo>
                  <a:cubicBezTo>
                    <a:pt x="158" y="9736"/>
                    <a:pt x="0" y="9893"/>
                    <a:pt x="0" y="10083"/>
                  </a:cubicBezTo>
                  <a:lnTo>
                    <a:pt x="0" y="10807"/>
                  </a:lnTo>
                  <a:cubicBezTo>
                    <a:pt x="0" y="11406"/>
                    <a:pt x="473" y="11815"/>
                    <a:pt x="1008" y="11815"/>
                  </a:cubicBezTo>
                  <a:lnTo>
                    <a:pt x="8002" y="11815"/>
                  </a:lnTo>
                  <a:cubicBezTo>
                    <a:pt x="8569" y="11815"/>
                    <a:pt x="9011" y="11343"/>
                    <a:pt x="9011" y="10807"/>
                  </a:cubicBezTo>
                  <a:lnTo>
                    <a:pt x="9011" y="7562"/>
                  </a:lnTo>
                  <a:lnTo>
                    <a:pt x="11499" y="5105"/>
                  </a:lnTo>
                  <a:cubicBezTo>
                    <a:pt x="11940" y="4664"/>
                    <a:pt x="11940" y="4034"/>
                    <a:pt x="11531" y="3593"/>
                  </a:cubicBezTo>
                  <a:lnTo>
                    <a:pt x="11058" y="3120"/>
                  </a:lnTo>
                  <a:cubicBezTo>
                    <a:pt x="10869" y="2931"/>
                    <a:pt x="10609" y="2836"/>
                    <a:pt x="10346" y="2836"/>
                  </a:cubicBezTo>
                  <a:cubicBezTo>
                    <a:pt x="10082" y="2836"/>
                    <a:pt x="9814" y="2931"/>
                    <a:pt x="9609" y="3120"/>
                  </a:cubicBezTo>
                  <a:lnTo>
                    <a:pt x="9105" y="3624"/>
                  </a:lnTo>
                  <a:lnTo>
                    <a:pt x="9105" y="2490"/>
                  </a:lnTo>
                  <a:cubicBezTo>
                    <a:pt x="9105" y="2427"/>
                    <a:pt x="9074" y="2332"/>
                    <a:pt x="8979" y="2269"/>
                  </a:cubicBezTo>
                  <a:lnTo>
                    <a:pt x="6900" y="127"/>
                  </a:lnTo>
                  <a:cubicBezTo>
                    <a:pt x="6805" y="64"/>
                    <a:pt x="6742" y="1"/>
                    <a:pt x="6648" y="1"/>
                  </a:cubicBezTo>
                  <a:lnTo>
                    <a:pt x="1071" y="1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" name="Google Shape;9122;p69"/>
          <p:cNvGrpSpPr/>
          <p:nvPr/>
        </p:nvGrpSpPr>
        <p:grpSpPr>
          <a:xfrm>
            <a:off x="518044" y="3420159"/>
            <a:ext cx="375378" cy="367397"/>
            <a:chOff x="-63669700" y="2646600"/>
            <a:chExt cx="324525" cy="317625"/>
          </a:xfrm>
        </p:grpSpPr>
        <p:sp>
          <p:nvSpPr>
            <p:cNvPr id="71" name="Google Shape;9123;p69"/>
            <p:cNvSpPr/>
            <p:nvPr/>
          </p:nvSpPr>
          <p:spPr>
            <a:xfrm>
              <a:off x="-63669700" y="2646600"/>
              <a:ext cx="324525" cy="317550"/>
            </a:xfrm>
            <a:custGeom>
              <a:avLst/>
              <a:gdLst/>
              <a:ahLst/>
              <a:cxnLst/>
              <a:rect l="l" t="t" r="r" b="b"/>
              <a:pathLst>
                <a:path w="12981" h="12702">
                  <a:moveTo>
                    <a:pt x="6947" y="867"/>
                  </a:moveTo>
                  <a:cubicBezTo>
                    <a:pt x="7058" y="867"/>
                    <a:pt x="7168" y="906"/>
                    <a:pt x="7247" y="985"/>
                  </a:cubicBezTo>
                  <a:cubicBezTo>
                    <a:pt x="7404" y="1143"/>
                    <a:pt x="7404" y="1426"/>
                    <a:pt x="7247" y="1584"/>
                  </a:cubicBezTo>
                  <a:lnTo>
                    <a:pt x="5199" y="3632"/>
                  </a:lnTo>
                  <a:cubicBezTo>
                    <a:pt x="5120" y="3710"/>
                    <a:pt x="5010" y="3750"/>
                    <a:pt x="4900" y="3750"/>
                  </a:cubicBezTo>
                  <a:cubicBezTo>
                    <a:pt x="4789" y="3750"/>
                    <a:pt x="4679" y="3710"/>
                    <a:pt x="4600" y="3632"/>
                  </a:cubicBezTo>
                  <a:cubicBezTo>
                    <a:pt x="4443" y="3474"/>
                    <a:pt x="4443" y="3190"/>
                    <a:pt x="4600" y="3033"/>
                  </a:cubicBezTo>
                  <a:lnTo>
                    <a:pt x="6648" y="985"/>
                  </a:lnTo>
                  <a:cubicBezTo>
                    <a:pt x="6727" y="906"/>
                    <a:pt x="6837" y="867"/>
                    <a:pt x="6947" y="867"/>
                  </a:cubicBezTo>
                  <a:close/>
                  <a:moveTo>
                    <a:pt x="7530" y="2434"/>
                  </a:moveTo>
                  <a:lnTo>
                    <a:pt x="10429" y="5364"/>
                  </a:lnTo>
                  <a:lnTo>
                    <a:pt x="8979" y="6814"/>
                  </a:lnTo>
                  <a:lnTo>
                    <a:pt x="6050" y="3884"/>
                  </a:lnTo>
                  <a:lnTo>
                    <a:pt x="7530" y="2434"/>
                  </a:lnTo>
                  <a:close/>
                  <a:moveTo>
                    <a:pt x="6648" y="5679"/>
                  </a:moveTo>
                  <a:lnTo>
                    <a:pt x="7247" y="6246"/>
                  </a:lnTo>
                  <a:lnTo>
                    <a:pt x="5482" y="8042"/>
                  </a:lnTo>
                  <a:lnTo>
                    <a:pt x="4884" y="7444"/>
                  </a:lnTo>
                  <a:lnTo>
                    <a:pt x="6648" y="5679"/>
                  </a:lnTo>
                  <a:close/>
                  <a:moveTo>
                    <a:pt x="11642" y="5561"/>
                  </a:moveTo>
                  <a:cubicBezTo>
                    <a:pt x="11752" y="5561"/>
                    <a:pt x="11862" y="5601"/>
                    <a:pt x="11941" y="5679"/>
                  </a:cubicBezTo>
                  <a:cubicBezTo>
                    <a:pt x="12098" y="5837"/>
                    <a:pt x="12098" y="6089"/>
                    <a:pt x="11941" y="6246"/>
                  </a:cubicBezTo>
                  <a:lnTo>
                    <a:pt x="9893" y="8294"/>
                  </a:lnTo>
                  <a:cubicBezTo>
                    <a:pt x="9814" y="8373"/>
                    <a:pt x="9704" y="8412"/>
                    <a:pt x="9594" y="8412"/>
                  </a:cubicBezTo>
                  <a:cubicBezTo>
                    <a:pt x="9484" y="8412"/>
                    <a:pt x="9373" y="8373"/>
                    <a:pt x="9295" y="8294"/>
                  </a:cubicBezTo>
                  <a:cubicBezTo>
                    <a:pt x="9137" y="8137"/>
                    <a:pt x="9137" y="7885"/>
                    <a:pt x="9295" y="7727"/>
                  </a:cubicBezTo>
                  <a:lnTo>
                    <a:pt x="11342" y="5679"/>
                  </a:lnTo>
                  <a:cubicBezTo>
                    <a:pt x="11421" y="5601"/>
                    <a:pt x="11531" y="5561"/>
                    <a:pt x="11642" y="5561"/>
                  </a:cubicBezTo>
                  <a:close/>
                  <a:moveTo>
                    <a:pt x="4065" y="7664"/>
                  </a:moveTo>
                  <a:lnTo>
                    <a:pt x="5230" y="8861"/>
                  </a:lnTo>
                  <a:lnTo>
                    <a:pt x="2426" y="11665"/>
                  </a:lnTo>
                  <a:cubicBezTo>
                    <a:pt x="2269" y="11823"/>
                    <a:pt x="2064" y="11902"/>
                    <a:pt x="1855" y="11902"/>
                  </a:cubicBezTo>
                  <a:cubicBezTo>
                    <a:pt x="1647" y="11902"/>
                    <a:pt x="1434" y="11823"/>
                    <a:pt x="1261" y="11665"/>
                  </a:cubicBezTo>
                  <a:cubicBezTo>
                    <a:pt x="914" y="11350"/>
                    <a:pt x="914" y="10783"/>
                    <a:pt x="1261" y="10468"/>
                  </a:cubicBezTo>
                  <a:lnTo>
                    <a:pt x="4065" y="7664"/>
                  </a:lnTo>
                  <a:close/>
                  <a:moveTo>
                    <a:pt x="6971" y="1"/>
                  </a:moveTo>
                  <a:cubicBezTo>
                    <a:pt x="6648" y="1"/>
                    <a:pt x="6317" y="119"/>
                    <a:pt x="6050" y="355"/>
                  </a:cubicBezTo>
                  <a:lnTo>
                    <a:pt x="4002" y="2403"/>
                  </a:lnTo>
                  <a:cubicBezTo>
                    <a:pt x="3529" y="2875"/>
                    <a:pt x="3529" y="3663"/>
                    <a:pt x="4002" y="4167"/>
                  </a:cubicBezTo>
                  <a:cubicBezTo>
                    <a:pt x="4258" y="4424"/>
                    <a:pt x="4564" y="4544"/>
                    <a:pt x="4874" y="4544"/>
                  </a:cubicBezTo>
                  <a:cubicBezTo>
                    <a:pt x="5058" y="4544"/>
                    <a:pt x="5243" y="4501"/>
                    <a:pt x="5419" y="4419"/>
                  </a:cubicBezTo>
                  <a:lnTo>
                    <a:pt x="6081" y="5018"/>
                  </a:lnTo>
                  <a:lnTo>
                    <a:pt x="4285" y="6814"/>
                  </a:lnTo>
                  <a:cubicBezTo>
                    <a:pt x="4206" y="6735"/>
                    <a:pt x="4096" y="6695"/>
                    <a:pt x="3990" y="6695"/>
                  </a:cubicBezTo>
                  <a:cubicBezTo>
                    <a:pt x="3884" y="6695"/>
                    <a:pt x="3781" y="6735"/>
                    <a:pt x="3718" y="6814"/>
                  </a:cubicBezTo>
                  <a:lnTo>
                    <a:pt x="631" y="9869"/>
                  </a:lnTo>
                  <a:cubicBezTo>
                    <a:pt x="1" y="10500"/>
                    <a:pt x="1" y="11571"/>
                    <a:pt x="631" y="12201"/>
                  </a:cubicBezTo>
                  <a:cubicBezTo>
                    <a:pt x="965" y="12536"/>
                    <a:pt x="1405" y="12701"/>
                    <a:pt x="1840" y="12701"/>
                  </a:cubicBezTo>
                  <a:cubicBezTo>
                    <a:pt x="2264" y="12701"/>
                    <a:pt x="2682" y="12544"/>
                    <a:pt x="2994" y="12232"/>
                  </a:cubicBezTo>
                  <a:lnTo>
                    <a:pt x="6050" y="9176"/>
                  </a:lnTo>
                  <a:cubicBezTo>
                    <a:pt x="6207" y="9019"/>
                    <a:pt x="6207" y="8735"/>
                    <a:pt x="6050" y="8578"/>
                  </a:cubicBezTo>
                  <a:lnTo>
                    <a:pt x="7845" y="6814"/>
                  </a:lnTo>
                  <a:lnTo>
                    <a:pt x="8475" y="7444"/>
                  </a:lnTo>
                  <a:cubicBezTo>
                    <a:pt x="8255" y="7853"/>
                    <a:pt x="8318" y="8452"/>
                    <a:pt x="8696" y="8861"/>
                  </a:cubicBezTo>
                  <a:cubicBezTo>
                    <a:pt x="8932" y="9098"/>
                    <a:pt x="9247" y="9216"/>
                    <a:pt x="9566" y="9216"/>
                  </a:cubicBezTo>
                  <a:cubicBezTo>
                    <a:pt x="9885" y="9216"/>
                    <a:pt x="10208" y="9098"/>
                    <a:pt x="10460" y="8861"/>
                  </a:cubicBezTo>
                  <a:lnTo>
                    <a:pt x="12508" y="6814"/>
                  </a:lnTo>
                  <a:cubicBezTo>
                    <a:pt x="12981" y="6341"/>
                    <a:pt x="12981" y="5553"/>
                    <a:pt x="12508" y="5018"/>
                  </a:cubicBezTo>
                  <a:cubicBezTo>
                    <a:pt x="12274" y="4784"/>
                    <a:pt x="11979" y="4670"/>
                    <a:pt x="11669" y="4670"/>
                  </a:cubicBezTo>
                  <a:cubicBezTo>
                    <a:pt x="11479" y="4670"/>
                    <a:pt x="11282" y="4713"/>
                    <a:pt x="11090" y="4797"/>
                  </a:cubicBezTo>
                  <a:lnTo>
                    <a:pt x="8066" y="1773"/>
                  </a:lnTo>
                  <a:cubicBezTo>
                    <a:pt x="8255" y="1332"/>
                    <a:pt x="8223" y="733"/>
                    <a:pt x="7845" y="355"/>
                  </a:cubicBezTo>
                  <a:cubicBezTo>
                    <a:pt x="7609" y="119"/>
                    <a:pt x="7294" y="1"/>
                    <a:pt x="6971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9124;p69"/>
            <p:cNvSpPr/>
            <p:nvPr/>
          </p:nvSpPr>
          <p:spPr>
            <a:xfrm>
              <a:off x="-63532650" y="2901200"/>
              <a:ext cx="185900" cy="63025"/>
            </a:xfrm>
            <a:custGeom>
              <a:avLst/>
              <a:gdLst/>
              <a:ahLst/>
              <a:cxnLst/>
              <a:rect l="l" t="t" r="r" b="b"/>
              <a:pathLst>
                <a:path w="7436" h="2521">
                  <a:moveTo>
                    <a:pt x="5356" y="851"/>
                  </a:moveTo>
                  <a:cubicBezTo>
                    <a:pt x="5577" y="851"/>
                    <a:pt x="5734" y="1040"/>
                    <a:pt x="5734" y="1261"/>
                  </a:cubicBezTo>
                  <a:lnTo>
                    <a:pt x="5734" y="1702"/>
                  </a:lnTo>
                  <a:lnTo>
                    <a:pt x="1607" y="1702"/>
                  </a:lnTo>
                  <a:lnTo>
                    <a:pt x="1607" y="1261"/>
                  </a:lnTo>
                  <a:cubicBezTo>
                    <a:pt x="1607" y="1040"/>
                    <a:pt x="1796" y="851"/>
                    <a:pt x="2048" y="851"/>
                  </a:cubicBezTo>
                  <a:lnTo>
                    <a:pt x="5356" y="851"/>
                  </a:lnTo>
                  <a:close/>
                  <a:moveTo>
                    <a:pt x="2048" y="1"/>
                  </a:moveTo>
                  <a:cubicBezTo>
                    <a:pt x="1355" y="1"/>
                    <a:pt x="788" y="568"/>
                    <a:pt x="788" y="1261"/>
                  </a:cubicBezTo>
                  <a:lnTo>
                    <a:pt x="788" y="1702"/>
                  </a:lnTo>
                  <a:lnTo>
                    <a:pt x="378" y="1702"/>
                  </a:lnTo>
                  <a:cubicBezTo>
                    <a:pt x="158" y="1702"/>
                    <a:pt x="0" y="1891"/>
                    <a:pt x="0" y="2111"/>
                  </a:cubicBezTo>
                  <a:cubicBezTo>
                    <a:pt x="0" y="2332"/>
                    <a:pt x="189" y="2521"/>
                    <a:pt x="378" y="2521"/>
                  </a:cubicBezTo>
                  <a:lnTo>
                    <a:pt x="6995" y="2521"/>
                  </a:lnTo>
                  <a:cubicBezTo>
                    <a:pt x="7247" y="2521"/>
                    <a:pt x="7436" y="2332"/>
                    <a:pt x="7436" y="2111"/>
                  </a:cubicBezTo>
                  <a:cubicBezTo>
                    <a:pt x="7404" y="1891"/>
                    <a:pt x="7184" y="1702"/>
                    <a:pt x="6963" y="1702"/>
                  </a:cubicBezTo>
                  <a:lnTo>
                    <a:pt x="6553" y="1702"/>
                  </a:lnTo>
                  <a:lnTo>
                    <a:pt x="6553" y="1261"/>
                  </a:lnTo>
                  <a:cubicBezTo>
                    <a:pt x="6553" y="599"/>
                    <a:pt x="6018" y="1"/>
                    <a:pt x="5356" y="1"/>
                  </a:cubicBezTo>
                  <a:lnTo>
                    <a:pt x="2048" y="1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0; 0.2,0.5; 0.8,0.5; 1,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4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>
            <a:spLocks noGrp="1" noEditPoints="1"/>
          </p:cNvSpPr>
          <p:nvPr>
            <p:ph type="title"/>
          </p:nvPr>
        </p:nvSpPr>
        <p:spPr>
          <a:xfrm>
            <a:off x="0" y="32875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sz="3200" dirty="0">
                <a:solidFill>
                  <a:srgbClr val="FFFFFF"/>
                </a:solidFill>
                <a:latin typeface="Montserrat" panose="00000500000000000000" pitchFamily="2" charset="0"/>
                <a:ea typeface="Cambria" pitchFamily="34" charset="-122"/>
                <a:cs typeface="Cambria" pitchFamily="34" charset="-122"/>
              </a:rPr>
              <a:t>Objective Function</a:t>
            </a:r>
            <a:endParaRPr lang="en-US" sz="3200" dirty="0">
              <a:latin typeface="Montserrat" panose="00000500000000000000" pitchFamily="2" charset="0"/>
            </a:endParaRPr>
          </a:p>
        </p:txBody>
      </p:sp>
      <p:sp>
        <p:nvSpPr>
          <p:cNvPr id="342" name="Google Shape;342;p35"/>
          <p:cNvSpPr/>
          <p:nvPr/>
        </p:nvSpPr>
        <p:spPr>
          <a:xfrm>
            <a:off x="-260195" y="1047727"/>
            <a:ext cx="8754961" cy="357597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227"/>
                </a:solidFill>
                <a:latin typeface="Montserrat" panose="00000500000000000000" pitchFamily="2" charset="0"/>
                <a:ea typeface="Cambria" pitchFamily="34" charset="-122"/>
                <a:cs typeface="Cambria" pitchFamily="34" charset="-122"/>
              </a:rPr>
              <a:t>Normalized Additive Utility Function: U(X) = Σ (</a:t>
            </a:r>
            <a:r>
              <a:rPr lang="en-US" sz="1200" b="1" dirty="0" err="1">
                <a:solidFill>
                  <a:srgbClr val="C9A227"/>
                </a:solidFill>
                <a:latin typeface="Montserrat" panose="00000500000000000000" pitchFamily="2" charset="0"/>
                <a:ea typeface="Cambria" pitchFamily="34" charset="-122"/>
                <a:cs typeface="Cambria" pitchFamily="34" charset="-122"/>
              </a:rPr>
              <a:t>w_i</a:t>
            </a:r>
            <a:r>
              <a:rPr lang="en-US" sz="1200" b="1" dirty="0">
                <a:solidFill>
                  <a:srgbClr val="C9A227"/>
                </a:solidFill>
                <a:latin typeface="Montserrat" panose="00000500000000000000" pitchFamily="2" charset="0"/>
                <a:ea typeface="Cambria" pitchFamily="34" charset="-122"/>
                <a:cs typeface="Cambria" pitchFamily="34" charset="-122"/>
              </a:rPr>
              <a:t> * </a:t>
            </a:r>
            <a:r>
              <a:rPr lang="en-US" sz="1200" b="1" dirty="0" err="1">
                <a:solidFill>
                  <a:srgbClr val="C9A227"/>
                </a:solidFill>
                <a:latin typeface="Montserrat" panose="00000500000000000000" pitchFamily="2" charset="0"/>
                <a:ea typeface="Cambria" pitchFamily="34" charset="-122"/>
                <a:cs typeface="Cambria" pitchFamily="34" charset="-122"/>
              </a:rPr>
              <a:t>f_i</a:t>
            </a:r>
            <a:r>
              <a:rPr lang="en-US" sz="1200" b="1" dirty="0">
                <a:solidFill>
                  <a:srgbClr val="C9A227"/>
                </a:solidFill>
                <a:latin typeface="Montserrat" panose="00000500000000000000" pitchFamily="2" charset="0"/>
                <a:ea typeface="Cambria" pitchFamily="34" charset="-122"/>
                <a:cs typeface="Cambria" pitchFamily="34" charset="-122"/>
              </a:rPr>
              <a:t>(X) / </a:t>
            </a:r>
            <a:r>
              <a:rPr lang="en-US" sz="1200" b="1" dirty="0" err="1">
                <a:solidFill>
                  <a:srgbClr val="C9A227"/>
                </a:solidFill>
                <a:latin typeface="Montserrat" panose="00000500000000000000" pitchFamily="2" charset="0"/>
                <a:ea typeface="Cambria" pitchFamily="34" charset="-122"/>
                <a:cs typeface="Cambria" pitchFamily="34" charset="-122"/>
              </a:rPr>
              <a:t>N_i</a:t>
            </a:r>
            <a:r>
              <a:rPr lang="en-US" sz="1200" b="1" dirty="0">
                <a:solidFill>
                  <a:srgbClr val="C9A227"/>
                </a:solidFill>
                <a:latin typeface="Montserrat" panose="00000500000000000000" pitchFamily="2" charset="0"/>
                <a:ea typeface="Cambria" pitchFamily="34" charset="-122"/>
                <a:cs typeface="Cambria" pitchFamily="34" charset="-122"/>
              </a:rPr>
              <a:t>)</a:t>
            </a:r>
          </a:p>
          <a:p>
            <a:pPr marL="0" indent="0" algn="ctr">
              <a:buNone/>
            </a:pPr>
            <a:r>
              <a:rPr lang="en-US" sz="1200" b="1" dirty="0" err="1">
                <a:solidFill>
                  <a:srgbClr val="C9A227"/>
                </a:solidFill>
                <a:latin typeface="Montserrat" panose="00000500000000000000" pitchFamily="2" charset="0"/>
                <a:ea typeface="Cambria" pitchFamily="34" charset="-122"/>
                <a:cs typeface="Cambria" pitchFamily="34" charset="-122"/>
              </a:rPr>
              <a:t>w_i</a:t>
            </a:r>
            <a:r>
              <a:rPr lang="en-US" sz="1200" b="1" dirty="0">
                <a:solidFill>
                  <a:srgbClr val="C9A227"/>
                </a:solidFill>
                <a:latin typeface="Montserrat" panose="00000500000000000000" pitchFamily="2" charset="0"/>
                <a:ea typeface="Cambria" pitchFamily="34" charset="-122"/>
                <a:cs typeface="Cambria" pitchFamily="34" charset="-122"/>
              </a:rPr>
              <a:t> : AHP Decimal Weight (sum to 1.0)  </a:t>
            </a:r>
            <a:r>
              <a:rPr lang="en-US" sz="1200" b="1" dirty="0" err="1">
                <a:solidFill>
                  <a:srgbClr val="C9A227"/>
                </a:solidFill>
                <a:latin typeface="Montserrat" panose="00000500000000000000" pitchFamily="2" charset="0"/>
                <a:ea typeface="Cambria" pitchFamily="34" charset="-122"/>
                <a:cs typeface="Cambria" pitchFamily="34" charset="-122"/>
              </a:rPr>
              <a:t>N_i</a:t>
            </a:r>
            <a:r>
              <a:rPr lang="en-US" sz="1200" b="1" dirty="0">
                <a:solidFill>
                  <a:srgbClr val="C9A227"/>
                </a:solidFill>
                <a:latin typeface="Montserrat" panose="00000500000000000000" pitchFamily="2" charset="0"/>
                <a:ea typeface="Cambria" pitchFamily="34" charset="-122"/>
                <a:cs typeface="Cambria" pitchFamily="34" charset="-122"/>
              </a:rPr>
              <a:t> : Normalization Constant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34" y="100695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920889" y="1474963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i="1" dirty="0">
                <a:solidFill>
                  <a:schemeClr val="accent3">
                    <a:lumMod val="8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 (</a:t>
            </a:r>
            <a:r>
              <a:rPr lang="en-US" sz="1800" b="1" i="1" dirty="0" err="1">
                <a:solidFill>
                  <a:schemeClr val="accent3">
                    <a:lumMod val="8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f_i</a:t>
            </a:r>
            <a:r>
              <a:rPr lang="en-US" sz="1800" b="1" i="1" dirty="0">
                <a:solidFill>
                  <a:schemeClr val="accent3">
                    <a:lumMod val="8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b="1" i="1" dirty="0">
              <a:solidFill>
                <a:schemeClr val="accent3">
                  <a:lumMod val="85000"/>
                </a:schemeClr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92995" y="1423791"/>
            <a:ext cx="2986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i="1" dirty="0">
                <a:solidFill>
                  <a:schemeClr val="accent3">
                    <a:lumMod val="8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Normalization Constant (</a:t>
            </a:r>
            <a:r>
              <a:rPr lang="en-US" sz="1800" b="1" i="1" dirty="0" err="1">
                <a:solidFill>
                  <a:schemeClr val="accent3">
                    <a:lumMod val="8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N_i</a:t>
            </a:r>
            <a:r>
              <a:rPr lang="en-US" sz="1800" b="1" i="1" dirty="0">
                <a:solidFill>
                  <a:schemeClr val="accent3">
                    <a:lumMod val="8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dirty="0"/>
          </a:p>
        </p:txBody>
      </p:sp>
      <p:sp>
        <p:nvSpPr>
          <p:cNvPr id="35" name="TextBox 34"/>
          <p:cNvSpPr txBox="1"/>
          <p:nvPr/>
        </p:nvSpPr>
        <p:spPr>
          <a:xfrm>
            <a:off x="6972123" y="148081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i="1" dirty="0">
                <a:solidFill>
                  <a:schemeClr val="accent3">
                    <a:lumMod val="8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Physical Unit</a:t>
            </a:r>
            <a:endParaRPr lang="en-US" i="1" dirty="0">
              <a:solidFill>
                <a:schemeClr val="accent3">
                  <a:lumMod val="85000"/>
                </a:schemeClr>
              </a:solidFill>
            </a:endParaRPr>
          </a:p>
        </p:txBody>
      </p:sp>
      <p:cxnSp>
        <p:nvCxnSpPr>
          <p:cNvPr id="37" name="Straight Connector 36"/>
          <p:cNvCxnSpPr/>
          <p:nvPr/>
        </p:nvCxnSpPr>
        <p:spPr>
          <a:xfrm flipH="1">
            <a:off x="123185" y="1919017"/>
            <a:ext cx="14288" cy="3001463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cxnSpLocks/>
          </p:cNvCxnSpPr>
          <p:nvPr/>
        </p:nvCxnSpPr>
        <p:spPr>
          <a:xfrm>
            <a:off x="130329" y="196362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cxnSpLocks/>
          </p:cNvCxnSpPr>
          <p:nvPr/>
        </p:nvCxnSpPr>
        <p:spPr>
          <a:xfrm>
            <a:off x="130329" y="223025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>
            <a:cxnSpLocks/>
          </p:cNvCxnSpPr>
          <p:nvPr/>
        </p:nvCxnSpPr>
        <p:spPr>
          <a:xfrm>
            <a:off x="130329" y="249688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cxnSpLocks/>
          </p:cNvCxnSpPr>
          <p:nvPr/>
        </p:nvCxnSpPr>
        <p:spPr>
          <a:xfrm>
            <a:off x="130329" y="276351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>
            <a:cxnSpLocks/>
          </p:cNvCxnSpPr>
          <p:nvPr/>
        </p:nvCxnSpPr>
        <p:spPr>
          <a:xfrm>
            <a:off x="130329" y="303014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cxnSpLocks/>
          </p:cNvCxnSpPr>
          <p:nvPr/>
        </p:nvCxnSpPr>
        <p:spPr>
          <a:xfrm>
            <a:off x="130329" y="329677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cxnSpLocks/>
          </p:cNvCxnSpPr>
          <p:nvPr/>
        </p:nvCxnSpPr>
        <p:spPr>
          <a:xfrm>
            <a:off x="130329" y="356340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>
            <a:cxnSpLocks/>
          </p:cNvCxnSpPr>
          <p:nvPr/>
        </p:nvCxnSpPr>
        <p:spPr>
          <a:xfrm>
            <a:off x="130329" y="383003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cxnSpLocks/>
          </p:cNvCxnSpPr>
          <p:nvPr/>
        </p:nvCxnSpPr>
        <p:spPr>
          <a:xfrm>
            <a:off x="3428801" y="1964612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75885" y="1813872"/>
            <a:ext cx="24112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Stadium Maintenance Overlaps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/>
              <p:cNvSpPr txBox="1"/>
              <p:nvPr/>
            </p:nvSpPr>
            <p:spPr>
              <a:xfrm>
                <a:off x="4025746" y="2101154"/>
                <a:ext cx="182980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𝑎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𝑙𝑡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</a:rPr>
                        <m:t>=10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DM Sans" pitchFamily="2" charset="0"/>
                  <a:cs typeface="Diwani Simple Striped" panose="02010400000000000000" pitchFamily="2" charset="-78"/>
                </a:endParaRPr>
              </a:p>
            </p:txBody>
          </p:sp>
        </mc:Choice>
        <mc:Fallback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46" y="2101154"/>
                <a:ext cx="1829803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/>
          <p:cNvSpPr txBox="1"/>
          <p:nvPr/>
        </p:nvSpPr>
        <p:spPr>
          <a:xfrm>
            <a:off x="6760358" y="1823969"/>
            <a:ext cx="12650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Occurrences</a:t>
            </a:r>
            <a:endParaRPr lang="en-US" dirty="0">
              <a:solidFill>
                <a:schemeClr val="tx1"/>
              </a:solidFill>
              <a:latin typeface="DM Sans" panose="020B0604020202020204" pitchFamily="2" charset="0"/>
            </a:endParaRPr>
          </a:p>
        </p:txBody>
      </p:sp>
      <p:cxnSp>
        <p:nvCxnSpPr>
          <p:cNvPr id="83" name="Straight Connector 82"/>
          <p:cNvCxnSpPr>
            <a:cxnSpLocks/>
          </p:cNvCxnSpPr>
          <p:nvPr/>
        </p:nvCxnSpPr>
        <p:spPr>
          <a:xfrm>
            <a:off x="3428801" y="2258155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cxnSpLocks/>
          </p:cNvCxnSpPr>
          <p:nvPr/>
        </p:nvCxnSpPr>
        <p:spPr>
          <a:xfrm>
            <a:off x="3428801" y="2551698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>
            <a:cxnSpLocks/>
          </p:cNvCxnSpPr>
          <p:nvPr/>
        </p:nvCxnSpPr>
        <p:spPr>
          <a:xfrm>
            <a:off x="3428801" y="284524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>
            <a:cxnSpLocks/>
          </p:cNvCxnSpPr>
          <p:nvPr/>
        </p:nvCxnSpPr>
        <p:spPr>
          <a:xfrm>
            <a:off x="3428801" y="3138784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cxnSpLocks/>
          </p:cNvCxnSpPr>
          <p:nvPr/>
        </p:nvCxnSpPr>
        <p:spPr>
          <a:xfrm>
            <a:off x="3428801" y="3432327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cxnSpLocks/>
          </p:cNvCxnSpPr>
          <p:nvPr/>
        </p:nvCxnSpPr>
        <p:spPr>
          <a:xfrm>
            <a:off x="3428801" y="3725870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cxnSpLocks/>
          </p:cNvCxnSpPr>
          <p:nvPr/>
        </p:nvCxnSpPr>
        <p:spPr>
          <a:xfrm>
            <a:off x="3428801" y="4019413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75885" y="2108141"/>
            <a:ext cx="18298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Alt Venue Relief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5885" y="2402410"/>
            <a:ext cx="1521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Other Venue Relief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5885" y="2696679"/>
            <a:ext cx="18085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Round Order Deviation</a:t>
            </a:r>
            <a:endParaRPr lang="en-US" dirty="0"/>
          </a:p>
        </p:txBody>
      </p:sp>
      <p:sp>
        <p:nvSpPr>
          <p:cNvPr id="63" name="TextBox 62"/>
          <p:cNvSpPr txBox="1"/>
          <p:nvPr/>
        </p:nvSpPr>
        <p:spPr>
          <a:xfrm>
            <a:off x="975885" y="2990948"/>
            <a:ext cx="16642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Venue Displacement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5885" y="3579486"/>
            <a:ext cx="14099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Weekly Overload</a:t>
            </a:r>
            <a:endParaRPr lang="en-US" dirty="0"/>
          </a:p>
        </p:txBody>
      </p:sp>
      <p:sp>
        <p:nvSpPr>
          <p:cNvPr id="65" name="TextBox 64"/>
          <p:cNvSpPr txBox="1"/>
          <p:nvPr/>
        </p:nvSpPr>
        <p:spPr>
          <a:xfrm>
            <a:off x="975885" y="3285217"/>
            <a:ext cx="1943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Weekly Underload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5885" y="3873755"/>
            <a:ext cx="17075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Away Travel Distance</a:t>
            </a:r>
            <a:endParaRPr lang="en-US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5ADC5B-B0A2-7EFF-F7BD-0150E53722B5}"/>
              </a:ext>
            </a:extLst>
          </p:cNvPr>
          <p:cNvSpPr txBox="1"/>
          <p:nvPr/>
        </p:nvSpPr>
        <p:spPr>
          <a:xfrm>
            <a:off x="975885" y="4462293"/>
            <a:ext cx="21788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Evening Kickoff Preference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82B5C3-F3EA-E1BB-6364-EAB8FDED07C2}"/>
              </a:ext>
            </a:extLst>
          </p:cNvPr>
          <p:cNvSpPr txBox="1"/>
          <p:nvPr/>
        </p:nvSpPr>
        <p:spPr>
          <a:xfrm>
            <a:off x="975885" y="4168024"/>
            <a:ext cx="1943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Tier Mismatch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84E30E-86AF-DB04-908F-16075BA0DEFA}"/>
              </a:ext>
            </a:extLst>
          </p:cNvPr>
          <p:cNvSpPr txBox="1"/>
          <p:nvPr/>
        </p:nvSpPr>
        <p:spPr>
          <a:xfrm>
            <a:off x="975885" y="4756563"/>
            <a:ext cx="17075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Slot Spread Collisions</a:t>
            </a:r>
            <a:endParaRPr lang="en-US" sz="12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AA087C4-1142-86AC-F46F-2E12936430CD}"/>
              </a:ext>
            </a:extLst>
          </p:cNvPr>
          <p:cNvCxnSpPr>
            <a:cxnSpLocks/>
          </p:cNvCxnSpPr>
          <p:nvPr/>
        </p:nvCxnSpPr>
        <p:spPr>
          <a:xfrm>
            <a:off x="3428801" y="4312956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A7889FF-7D08-4074-F0B1-6C3887B72DB2}"/>
              </a:ext>
            </a:extLst>
          </p:cNvPr>
          <p:cNvCxnSpPr>
            <a:cxnSpLocks/>
          </p:cNvCxnSpPr>
          <p:nvPr/>
        </p:nvCxnSpPr>
        <p:spPr>
          <a:xfrm>
            <a:off x="3428801" y="4606499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850828A-D3D5-6A65-64BE-8DAB0061EEF1}"/>
              </a:ext>
            </a:extLst>
          </p:cNvPr>
          <p:cNvCxnSpPr>
            <a:cxnSpLocks/>
          </p:cNvCxnSpPr>
          <p:nvPr/>
        </p:nvCxnSpPr>
        <p:spPr>
          <a:xfrm>
            <a:off x="3428801" y="490004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FE53AC1-29AA-C767-D25D-CBC5C3551271}"/>
              </a:ext>
            </a:extLst>
          </p:cNvPr>
          <p:cNvCxnSpPr>
            <a:cxnSpLocks/>
          </p:cNvCxnSpPr>
          <p:nvPr/>
        </p:nvCxnSpPr>
        <p:spPr>
          <a:xfrm>
            <a:off x="130329" y="409666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BE80D43-8CB7-C02E-7095-F4CF23E50AC9}"/>
              </a:ext>
            </a:extLst>
          </p:cNvPr>
          <p:cNvCxnSpPr>
            <a:cxnSpLocks/>
          </p:cNvCxnSpPr>
          <p:nvPr/>
        </p:nvCxnSpPr>
        <p:spPr>
          <a:xfrm>
            <a:off x="130329" y="436329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C148365-F04A-AE02-3C88-70E7D31C9013}"/>
              </a:ext>
            </a:extLst>
          </p:cNvPr>
          <p:cNvCxnSpPr>
            <a:cxnSpLocks/>
          </p:cNvCxnSpPr>
          <p:nvPr/>
        </p:nvCxnSpPr>
        <p:spPr>
          <a:xfrm>
            <a:off x="130329" y="462992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DD3A92E-E703-4B72-14AE-7AE0D11DD9A4}"/>
              </a:ext>
            </a:extLst>
          </p:cNvPr>
          <p:cNvCxnSpPr>
            <a:cxnSpLocks/>
          </p:cNvCxnSpPr>
          <p:nvPr/>
        </p:nvCxnSpPr>
        <p:spPr>
          <a:xfrm>
            <a:off x="130329" y="4896553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543DD210-5A41-4D32-6D01-17711E4B1075}"/>
                  </a:ext>
                </a:extLst>
              </p:cNvPr>
              <p:cNvSpPr txBox="1"/>
              <p:nvPr/>
            </p:nvSpPr>
            <p:spPr>
              <a:xfrm>
                <a:off x="4025746" y="1792552"/>
                <a:ext cx="1829803" cy="3276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𝑜𝑣𝑒𝑟𝑙𝑎𝑝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</a:rPr>
                        <m:t>=10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DM Sans" pitchFamily="2" charset="0"/>
                  <a:cs typeface="Diwani Simple Striped" panose="02010400000000000000" pitchFamily="2" charset="-78"/>
                </a:endParaRPr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543DD210-5A41-4D32-6D01-17711E4B10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46" y="1792552"/>
                <a:ext cx="1829803" cy="327674"/>
              </a:xfrm>
              <a:prstGeom prst="rect">
                <a:avLst/>
              </a:prstGeom>
              <a:blipFill>
                <a:blip r:embed="rId4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8E829CE-99A4-4244-6F42-83AFFE322A82}"/>
                  </a:ext>
                </a:extLst>
              </p:cNvPr>
              <p:cNvSpPr txBox="1"/>
              <p:nvPr/>
            </p:nvSpPr>
            <p:spPr>
              <a:xfrm>
                <a:off x="4035906" y="2389859"/>
                <a:ext cx="182980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𝑜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𝑡h𝑒𝑟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solidFill>
                            <a:schemeClr val="tx1"/>
                          </a:solidFill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DM Sans" pitchFamily="2" charset="0"/>
                  <a:cs typeface="Diwani Simple Striped" panose="02010400000000000000" pitchFamily="2" charset="-78"/>
                </a:endParaRPr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8E829CE-99A4-4244-6F42-83AFFE322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5906" y="2389859"/>
                <a:ext cx="1829803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E691FDA-8990-CE2F-AB9D-80D8F1235675}"/>
                  </a:ext>
                </a:extLst>
              </p:cNvPr>
              <p:cNvSpPr txBox="1"/>
              <p:nvPr/>
            </p:nvSpPr>
            <p:spPr>
              <a:xfrm>
                <a:off x="4025746" y="2678564"/>
                <a:ext cx="182980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𝑜𝑢𝑛𝑑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  <m:r>
                        <a:rPr lang="en-US" i="1">
                          <a:solidFill>
                            <a:schemeClr val="tx1"/>
                          </a:solidFill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DM Sans" pitchFamily="2" charset="0"/>
                  <a:cs typeface="Diwani Simple Striped" panose="02010400000000000000" pitchFamily="2" charset="-78"/>
                </a:endParaRPr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E691FDA-8990-CE2F-AB9D-80D8F1235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46" y="2678564"/>
                <a:ext cx="1829803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AC0A76F-8AF5-0D86-6DF3-1A3FF91A7C8F}"/>
                  </a:ext>
                </a:extLst>
              </p:cNvPr>
              <p:cNvSpPr txBox="1"/>
              <p:nvPr/>
            </p:nvSpPr>
            <p:spPr>
              <a:xfrm>
                <a:off x="4025746" y="2967269"/>
                <a:ext cx="1829803" cy="3276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𝑑𝑖𝑠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𝑝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5,00</m:t>
                      </m:r>
                      <m:r>
                        <a:rPr lang="en-US" i="1">
                          <a:solidFill>
                            <a:schemeClr val="tx1"/>
                          </a:solidFill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DM Sans" pitchFamily="2" charset="0"/>
                  <a:cs typeface="Diwani Simple Striped" panose="02010400000000000000" pitchFamily="2" charset="-78"/>
                </a:endParaRPr>
              </a:p>
            </p:txBody>
          </p:sp>
        </mc:Choice>
        <mc:Fallback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AC0A76F-8AF5-0D86-6DF3-1A3FF91A7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46" y="2967269"/>
                <a:ext cx="1829803" cy="32767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A6579C6F-7585-D48E-8E35-4F920533C4F5}"/>
                  </a:ext>
                </a:extLst>
              </p:cNvPr>
              <p:cNvSpPr txBox="1"/>
              <p:nvPr/>
            </p:nvSpPr>
            <p:spPr>
              <a:xfrm>
                <a:off x="4025746" y="3275871"/>
                <a:ext cx="182980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𝑢𝑛𝑑𝑒𝑟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solidFill>
                            <a:schemeClr val="tx1"/>
                          </a:solidFill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DM Sans" pitchFamily="2" charset="0"/>
                  <a:cs typeface="Diwani Simple Striped" panose="02010400000000000000" pitchFamily="2" charset="-78"/>
                </a:endParaRPr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A6579C6F-7585-D48E-8E35-4F920533C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46" y="3275871"/>
                <a:ext cx="1829803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51C8235-67DA-0B80-0B9A-D4A6A2B990E5}"/>
                  </a:ext>
                </a:extLst>
              </p:cNvPr>
              <p:cNvSpPr txBox="1"/>
              <p:nvPr/>
            </p:nvSpPr>
            <p:spPr>
              <a:xfrm>
                <a:off x="4025746" y="3564576"/>
                <a:ext cx="182980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𝑜𝑣𝑒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solidFill>
                            <a:schemeClr val="tx1"/>
                          </a:solidFill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DM Sans" pitchFamily="2" charset="0"/>
                  <a:cs typeface="Diwani Simple Striped" panose="02010400000000000000" pitchFamily="2" charset="-78"/>
                </a:endParaRPr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51C8235-67DA-0B80-0B9A-D4A6A2B99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46" y="3564576"/>
                <a:ext cx="1829803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DE2F1CD-A9C2-C8F0-F212-7A803D753D75}"/>
                  </a:ext>
                </a:extLst>
              </p:cNvPr>
              <p:cNvSpPr txBox="1"/>
              <p:nvPr/>
            </p:nvSpPr>
            <p:spPr>
              <a:xfrm>
                <a:off x="4025746" y="3853281"/>
                <a:ext cx="182980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𝑡𝑟𝑎𝑣𝑒𝑙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solidFill>
                            <a:schemeClr val="tx1"/>
                          </a:solidFill>
                        </a:rPr>
                        <m:t>0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,000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DM Sans" pitchFamily="2" charset="0"/>
                  <a:cs typeface="Diwani Simple Striped" panose="02010400000000000000" pitchFamily="2" charset="-78"/>
                </a:endParaRPr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DE2F1CD-A9C2-C8F0-F212-7A803D753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46" y="3853281"/>
                <a:ext cx="1829803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DC8B01B-D815-318A-CF5B-B82CB8908289}"/>
                  </a:ext>
                </a:extLst>
              </p:cNvPr>
              <p:cNvSpPr txBox="1"/>
              <p:nvPr/>
            </p:nvSpPr>
            <p:spPr>
              <a:xfrm>
                <a:off x="4025746" y="4141986"/>
                <a:ext cx="182980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𝑡𝑖𝑒𝑟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US" i="1">
                          <a:solidFill>
                            <a:schemeClr val="tx1"/>
                          </a:solidFill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DM Sans" pitchFamily="2" charset="0"/>
                  <a:cs typeface="Diwani Simple Striped" panose="02010400000000000000" pitchFamily="2" charset="-78"/>
                </a:endParaRPr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DC8B01B-D815-318A-CF5B-B82CB8908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46" y="4141986"/>
                <a:ext cx="1829803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86B78C7-DF15-3460-C7FF-30E1014C7FE2}"/>
                  </a:ext>
                </a:extLst>
              </p:cNvPr>
              <p:cNvSpPr txBox="1"/>
              <p:nvPr/>
            </p:nvSpPr>
            <p:spPr>
              <a:xfrm>
                <a:off x="4025746" y="4430691"/>
                <a:ext cx="1829803" cy="3276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𝑒𝑣𝑒𝑛𝑖𝑛𝑔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  <m:r>
                        <a:rPr lang="en-US" i="1">
                          <a:solidFill>
                            <a:schemeClr val="tx1"/>
                          </a:solidFill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DM Sans" pitchFamily="2" charset="0"/>
                  <a:cs typeface="Diwani Simple Striped" panose="02010400000000000000" pitchFamily="2" charset="-78"/>
                </a:endParaRPr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86B78C7-DF15-3460-C7FF-30E1014C7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46" y="4430691"/>
                <a:ext cx="1829803" cy="327674"/>
              </a:xfrm>
              <a:prstGeom prst="rect">
                <a:avLst/>
              </a:prstGeom>
              <a:blipFill>
                <a:blip r:embed="rId1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5FEE989-60F7-D5FD-8FC0-B329EF7B02C0}"/>
                  </a:ext>
                </a:extLst>
              </p:cNvPr>
              <p:cNvSpPr txBox="1"/>
              <p:nvPr/>
            </p:nvSpPr>
            <p:spPr>
              <a:xfrm>
                <a:off x="4025746" y="4739292"/>
                <a:ext cx="1829803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𝑠𝑝𝑟𝑒𝑎𝑑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solidFill>
                            <a:schemeClr val="tx1"/>
                          </a:solidFill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DM Sans" pitchFamily="2" charset="0"/>
                  <a:cs typeface="Diwani Simple Striped" panose="02010400000000000000" pitchFamily="2" charset="-78"/>
                </a:endParaRPr>
              </a:p>
            </p:txBody>
          </p:sp>
        </mc:Choice>
        <mc:Fallback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5FEE989-60F7-D5FD-8FC0-B329EF7B0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46" y="4739292"/>
                <a:ext cx="1829803" cy="324384"/>
              </a:xfrm>
              <a:prstGeom prst="rect">
                <a:avLst/>
              </a:prstGeom>
              <a:blipFill>
                <a:blip r:embed="rId13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CE43F8B-9B85-3AE0-F963-40A4CF352D4A}"/>
              </a:ext>
            </a:extLst>
          </p:cNvPr>
          <p:cNvCxnSpPr>
            <a:cxnSpLocks/>
          </p:cNvCxnSpPr>
          <p:nvPr/>
        </p:nvCxnSpPr>
        <p:spPr>
          <a:xfrm>
            <a:off x="5768141" y="1964612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863FF725-7260-C98F-FF4F-D752CAFD0F09}"/>
              </a:ext>
            </a:extLst>
          </p:cNvPr>
          <p:cNvCxnSpPr>
            <a:cxnSpLocks/>
          </p:cNvCxnSpPr>
          <p:nvPr/>
        </p:nvCxnSpPr>
        <p:spPr>
          <a:xfrm>
            <a:off x="5768141" y="2258155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CE88F6A-E263-BE59-F652-3421BC1F8227}"/>
              </a:ext>
            </a:extLst>
          </p:cNvPr>
          <p:cNvCxnSpPr>
            <a:cxnSpLocks/>
          </p:cNvCxnSpPr>
          <p:nvPr/>
        </p:nvCxnSpPr>
        <p:spPr>
          <a:xfrm>
            <a:off x="5768141" y="2551698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42DE407C-C86E-85D2-D0EE-EFAE343247AF}"/>
              </a:ext>
            </a:extLst>
          </p:cNvPr>
          <p:cNvCxnSpPr>
            <a:cxnSpLocks/>
          </p:cNvCxnSpPr>
          <p:nvPr/>
        </p:nvCxnSpPr>
        <p:spPr>
          <a:xfrm>
            <a:off x="5768141" y="284524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E573AB37-CF70-37E6-45B3-536317A815A3}"/>
              </a:ext>
            </a:extLst>
          </p:cNvPr>
          <p:cNvCxnSpPr>
            <a:cxnSpLocks/>
          </p:cNvCxnSpPr>
          <p:nvPr/>
        </p:nvCxnSpPr>
        <p:spPr>
          <a:xfrm>
            <a:off x="5768141" y="3138784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882C9B55-C8FB-CEDB-CCA8-DF8A2598A718}"/>
              </a:ext>
            </a:extLst>
          </p:cNvPr>
          <p:cNvCxnSpPr>
            <a:cxnSpLocks/>
          </p:cNvCxnSpPr>
          <p:nvPr/>
        </p:nvCxnSpPr>
        <p:spPr>
          <a:xfrm>
            <a:off x="5768141" y="3432327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85A4976-6790-D963-EA96-60E3DDBBA8AE}"/>
              </a:ext>
            </a:extLst>
          </p:cNvPr>
          <p:cNvCxnSpPr>
            <a:cxnSpLocks/>
          </p:cNvCxnSpPr>
          <p:nvPr/>
        </p:nvCxnSpPr>
        <p:spPr>
          <a:xfrm>
            <a:off x="5768141" y="3725870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87917C72-6129-D3DD-46A9-02EFC7704897}"/>
              </a:ext>
            </a:extLst>
          </p:cNvPr>
          <p:cNvCxnSpPr>
            <a:cxnSpLocks/>
          </p:cNvCxnSpPr>
          <p:nvPr/>
        </p:nvCxnSpPr>
        <p:spPr>
          <a:xfrm>
            <a:off x="5768141" y="4019413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7CF928D2-B010-EB8F-3595-B45B1AC73750}"/>
              </a:ext>
            </a:extLst>
          </p:cNvPr>
          <p:cNvCxnSpPr>
            <a:cxnSpLocks/>
          </p:cNvCxnSpPr>
          <p:nvPr/>
        </p:nvCxnSpPr>
        <p:spPr>
          <a:xfrm>
            <a:off x="5768141" y="4312956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AF45C61-B75D-ADF9-FE97-D361A3D9A5A0}"/>
              </a:ext>
            </a:extLst>
          </p:cNvPr>
          <p:cNvCxnSpPr>
            <a:cxnSpLocks/>
          </p:cNvCxnSpPr>
          <p:nvPr/>
        </p:nvCxnSpPr>
        <p:spPr>
          <a:xfrm>
            <a:off x="5768141" y="4606499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4FB1E22-A56C-030A-AF2D-147E5DD42CA2}"/>
              </a:ext>
            </a:extLst>
          </p:cNvPr>
          <p:cNvCxnSpPr>
            <a:cxnSpLocks/>
          </p:cNvCxnSpPr>
          <p:nvPr/>
        </p:nvCxnSpPr>
        <p:spPr>
          <a:xfrm>
            <a:off x="5768141" y="4900041"/>
            <a:ext cx="700087" cy="0"/>
          </a:xfrm>
          <a:prstGeom prst="line">
            <a:avLst/>
          </a:prstGeom>
          <a:ln w="1778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CCB982B-4367-9FFA-A780-B7E301201E83}"/>
              </a:ext>
            </a:extLst>
          </p:cNvPr>
          <p:cNvSpPr txBox="1"/>
          <p:nvPr/>
        </p:nvSpPr>
        <p:spPr>
          <a:xfrm>
            <a:off x="6760358" y="2116577"/>
            <a:ext cx="12650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Occurrences</a:t>
            </a:r>
            <a:endParaRPr lang="en-US" dirty="0">
              <a:solidFill>
                <a:schemeClr val="tx1"/>
              </a:solidFill>
              <a:latin typeface="DM Sans" panose="020B0604020202020204" pitchFamily="2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E14392E-8588-C9C1-AC8C-1B8D652E2C7E}"/>
              </a:ext>
            </a:extLst>
          </p:cNvPr>
          <p:cNvSpPr txBox="1"/>
          <p:nvPr/>
        </p:nvSpPr>
        <p:spPr>
          <a:xfrm>
            <a:off x="6760358" y="2409185"/>
            <a:ext cx="12650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Occurrences</a:t>
            </a:r>
            <a:endParaRPr lang="en-US" dirty="0">
              <a:solidFill>
                <a:schemeClr val="tx1"/>
              </a:solidFill>
              <a:latin typeface="DM Sans" panose="020B0604020202020204" pitchFamily="2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956AF72-E96B-DB5D-C203-62A28D459BBE}"/>
              </a:ext>
            </a:extLst>
          </p:cNvPr>
          <p:cNvSpPr txBox="1"/>
          <p:nvPr/>
        </p:nvSpPr>
        <p:spPr>
          <a:xfrm>
            <a:off x="7021648" y="2701793"/>
            <a:ext cx="742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Weeks</a:t>
            </a:r>
            <a:endParaRPr lang="en-US" dirty="0">
              <a:solidFill>
                <a:schemeClr val="tx1"/>
              </a:solidFill>
              <a:latin typeface="DM Sans" panose="020B0604020202020204" pitchFamily="2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B72E779B-C6FE-D99F-FB85-5C1FBB2B5FD7}"/>
              </a:ext>
            </a:extLst>
          </p:cNvPr>
          <p:cNvSpPr txBox="1"/>
          <p:nvPr/>
        </p:nvSpPr>
        <p:spPr>
          <a:xfrm>
            <a:off x="6858943" y="2994401"/>
            <a:ext cx="10679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Kilometers</a:t>
            </a:r>
            <a:endParaRPr lang="en-US" dirty="0">
              <a:solidFill>
                <a:schemeClr val="tx1"/>
              </a:solidFill>
              <a:latin typeface="DM Sans" panose="020B0604020202020204" pitchFamily="2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875620C-330B-96A1-15CD-8B3C19700313}"/>
              </a:ext>
            </a:extLst>
          </p:cNvPr>
          <p:cNvSpPr txBox="1"/>
          <p:nvPr/>
        </p:nvSpPr>
        <p:spPr>
          <a:xfrm>
            <a:off x="6942299" y="3287009"/>
            <a:ext cx="9012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Matches</a:t>
            </a:r>
            <a:endParaRPr lang="en-US" dirty="0">
              <a:solidFill>
                <a:schemeClr val="tx1"/>
              </a:solidFill>
              <a:latin typeface="DM Sans" panose="020B0604020202020204" pitchFamily="2" charset="0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B27E8EE-7299-4EDD-2162-5C69264456B9}"/>
              </a:ext>
            </a:extLst>
          </p:cNvPr>
          <p:cNvSpPr txBox="1"/>
          <p:nvPr/>
        </p:nvSpPr>
        <p:spPr>
          <a:xfrm>
            <a:off x="6942299" y="3579617"/>
            <a:ext cx="9012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Matches</a:t>
            </a:r>
            <a:endParaRPr lang="en-US" dirty="0">
              <a:solidFill>
                <a:schemeClr val="tx1"/>
              </a:solidFill>
              <a:latin typeface="DM Sans" panose="020B0604020202020204" pitchFamily="2" charset="0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B15E778E-4345-F89C-249A-69BE266E7719}"/>
              </a:ext>
            </a:extLst>
          </p:cNvPr>
          <p:cNvSpPr txBox="1"/>
          <p:nvPr/>
        </p:nvSpPr>
        <p:spPr>
          <a:xfrm>
            <a:off x="6858943" y="3872225"/>
            <a:ext cx="10679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Kilometers</a:t>
            </a:r>
            <a:endParaRPr lang="en-US" dirty="0">
              <a:solidFill>
                <a:schemeClr val="tx1"/>
              </a:solidFill>
              <a:latin typeface="DM Sans" panose="020B0604020202020204" pitchFamily="2" charset="0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80E53769-74E6-6226-C205-0DCB53E9CDE0}"/>
              </a:ext>
            </a:extLst>
          </p:cNvPr>
          <p:cNvSpPr txBox="1"/>
          <p:nvPr/>
        </p:nvSpPr>
        <p:spPr>
          <a:xfrm>
            <a:off x="6886194" y="4164833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Tier levels</a:t>
            </a:r>
            <a:endParaRPr lang="en-US" dirty="0">
              <a:solidFill>
                <a:schemeClr val="tx1"/>
              </a:solidFill>
              <a:latin typeface="DM Sans" panose="020B0604020202020204" pitchFamily="2" charset="0"/>
            </a:endParaRP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9D899743-63C7-5249-D1FA-FFDEB9AE38B2}"/>
              </a:ext>
            </a:extLst>
          </p:cNvPr>
          <p:cNvSpPr txBox="1"/>
          <p:nvPr/>
        </p:nvSpPr>
        <p:spPr>
          <a:xfrm>
            <a:off x="7057715" y="4457441"/>
            <a:ext cx="670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Hours</a:t>
            </a:r>
            <a:endParaRPr lang="en-US" dirty="0">
              <a:solidFill>
                <a:schemeClr val="tx1"/>
              </a:solidFill>
              <a:latin typeface="DM Sans" panose="020B0604020202020204" pitchFamily="2" charset="0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0674C0E9-5DE2-3BFA-777A-2660606BC856}"/>
              </a:ext>
            </a:extLst>
          </p:cNvPr>
          <p:cNvSpPr txBox="1"/>
          <p:nvPr/>
        </p:nvSpPr>
        <p:spPr>
          <a:xfrm>
            <a:off x="6760358" y="4750049"/>
            <a:ext cx="12650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pitchFamily="2" charset="0"/>
                <a:ea typeface="Calibri" panose="020F0502020204030204" pitchFamily="34" charset="0"/>
                <a:cs typeface="Calibri" panose="020F0502020204030204" pitchFamily="34" charset="0"/>
              </a:rPr>
              <a:t>Occurrences</a:t>
            </a:r>
            <a:endParaRPr lang="en-US" dirty="0">
              <a:solidFill>
                <a:schemeClr val="tx1"/>
              </a:solidFill>
              <a:latin typeface="DM Sans" panose="020B0604020202020204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A4F7-1418-D6A4-DE06-515B12DD7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3AD707E-F952-75E9-12E0-D63FDA4290A9}"/>
              </a:ext>
            </a:extLst>
          </p:cNvPr>
          <p:cNvSpPr>
            <a:spLocks noGrp="1" noEditPoints="1" noChangeArrowheads="1"/>
          </p:cNvSpPr>
          <p:nvPr>
            <p:ph type="subTitle" idx="1"/>
          </p:nvPr>
        </p:nvSpPr>
        <p:spPr bwMode="auto">
          <a:xfrm>
            <a:off x="474673" y="1085827"/>
            <a:ext cx="8050620" cy="37302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anchor="ctr">
            <a:prstTxWarp prst="textNoShape">
              <a:avLst/>
            </a:prstTxWarp>
            <a:spAutoFit/>
          </a:bodyPr>
          <a:lstStyle/>
          <a:p>
            <a:pPr>
              <a:defRPr sz="2400" b="1"/>
            </a:pPr>
            <a:r>
              <a:rPr lang="en-US" sz="2000" dirty="0"/>
              <a:t>Analytic Hierarchy Process (AHP) Framework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US" sz="1600" dirty="0"/>
              <a:t>Replaces subjective hardcoded integers with dynamic decimal weights (sum = 1.0).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US" sz="1600" dirty="0"/>
              <a:t>Decision Maker uses a 10-slider UI to compare 5 High-Level Criteria:</a:t>
            </a:r>
          </a:p>
          <a:p>
            <a:pPr marL="1054100" lvl="2" indent="0" algn="l">
              <a:defRPr sz="1600"/>
            </a:pPr>
            <a:r>
              <a:rPr lang="en-US" sz="1600" dirty="0"/>
              <a:t>   1. Venue Rest &amp; Integrity (VR)</a:t>
            </a:r>
          </a:p>
          <a:p>
            <a:pPr marL="1054100" lvl="2" indent="0" algn="l">
              <a:defRPr sz="1600"/>
            </a:pPr>
            <a:r>
              <a:rPr lang="en-US" sz="1600" dirty="0"/>
              <a:t>   2. Travel Efficiency (TE)</a:t>
            </a:r>
          </a:p>
          <a:p>
            <a:pPr marL="1054100" lvl="2" indent="0" algn="l">
              <a:defRPr sz="1600"/>
            </a:pPr>
            <a:r>
              <a:rPr lang="en-US" sz="1600" dirty="0"/>
              <a:t>   3. Round Chronology (RC)</a:t>
            </a:r>
          </a:p>
          <a:p>
            <a:pPr marL="1054100" lvl="2" indent="0" algn="l">
              <a:defRPr sz="1600"/>
            </a:pPr>
            <a:r>
              <a:rPr lang="en-US" sz="1600" dirty="0"/>
              <a:t>   4. Weekly Balance (WB)</a:t>
            </a:r>
          </a:p>
          <a:p>
            <a:pPr marL="1054100" lvl="2" indent="0" algn="l">
              <a:defRPr sz="1600"/>
            </a:pPr>
            <a:r>
              <a:rPr lang="en-US" sz="1600" dirty="0"/>
              <a:t>   5. Broadcasting &amp; Slot Quality (BQ)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US" sz="1600" dirty="0"/>
              <a:t>Interactive Consistency Advisor ensures comparisons are mathematically valid (CR &lt; 0.10).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US" sz="1600" dirty="0"/>
              <a:t>Solver </a:t>
            </a:r>
            <a:r>
              <a:rPr lang="en-US" sz="1600" dirty="0" err="1"/>
              <a:t>Integerization</a:t>
            </a:r>
            <a:r>
              <a:rPr lang="en-US" sz="1600" dirty="0"/>
              <a:t>: Decimal weights are scaled by 100,000 to function in CP-SAT.</a:t>
            </a: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32A009EF-F536-FFAC-8DD3-A5766537E422}"/>
              </a:ext>
            </a:extLst>
          </p:cNvPr>
          <p:cNvSpPr>
            <a:spLocks noGrp="1" noEditPoints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sz="3200" dirty="0"/>
              <a:t>Weight Determination (AHP)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15931260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>
            <a:spLocks noGrp="1" noEditPoints="1"/>
          </p:cNvSpPr>
          <p:nvPr>
            <p:ph type="title"/>
          </p:nvPr>
        </p:nvSpPr>
        <p:spPr>
          <a:xfrm>
            <a:off x="2083724" y="1527636"/>
            <a:ext cx="6450676" cy="965729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dirty="0"/>
              <a:t>SOLUTION METHODOLOGY</a:t>
            </a:r>
          </a:p>
        </p:txBody>
      </p:sp>
      <p:sp>
        <p:nvSpPr>
          <p:cNvPr id="331" name="Google Shape;331;p34"/>
          <p:cNvSpPr>
            <a:spLocks noGrp="1" noEditPoints="1"/>
          </p:cNvSpPr>
          <p:nvPr>
            <p:ph type="title" idx="2"/>
          </p:nvPr>
        </p:nvSpPr>
        <p:spPr>
          <a:xfrm>
            <a:off x="713212" y="1492050"/>
            <a:ext cx="1241967" cy="1106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330" name="Google Shape;330;p34"/>
          <p:cNvSpPr>
            <a:spLocks noGrp="1" noEditPoints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sz="1400" b="1" dirty="0">
                <a:latin typeface="DM Sans" panose="020B0604020202020204" pitchFamily="2" charset="0"/>
              </a:rPr>
              <a:t>CP-SAT Pipeline Architecture &amp; Phase Flow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>
          <a:xfrm>
            <a:off x="452369" y="303779"/>
            <a:ext cx="7704000" cy="572700"/>
          </a:xfrm>
        </p:spPr>
        <p:txBody>
          <a:bodyPr/>
          <a:lstStyle/>
          <a:p>
            <a:r>
              <a:rPr lang="en-US" dirty="0"/>
              <a:t>Component Diagram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569417" y="988980"/>
            <a:ext cx="6156077" cy="3850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0.5,1; 1,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/>
          <p:nvPr/>
        </p:nvSpPr>
        <p:spPr>
          <a:xfrm>
            <a:off x="1192066" y="9190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-US" dirty="0">
                <a:latin typeface="Montserrat" panose="00000500000000000000" pitchFamily="2" charset="0"/>
              </a:rPr>
              <a:t>Technology Stack</a:t>
            </a:r>
          </a:p>
        </p:txBody>
      </p:sp>
      <p:sp>
        <p:nvSpPr>
          <p:cNvPr id="11" name="Subtitle 2"/>
          <p:cNvSpPr txBox="1">
            <a:spLocks noChangeArrowheads="1"/>
          </p:cNvSpPr>
          <p:nvPr/>
        </p:nvSpPr>
        <p:spPr bwMode="auto">
          <a:xfrm>
            <a:off x="546688" y="1236627"/>
            <a:ext cx="8054387" cy="4424935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vert="horz" wrap="square" lIns="91440" tIns="45720" rIns="91440" bIns="45720" anchor="ctr">
            <a:prstTxWarp prst="textNoShape">
              <a:avLst/>
            </a:prstTxWarp>
            <a:spAutoFit/>
          </a:bodyPr>
          <a:lstStyle>
            <a:lvl1pPr marL="457200" marR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FFFFFF"/>
                </a:solidFill>
                <a:latin typeface="DM Sans" panose="020B0604020202020204" pitchFamily="2" charset="0"/>
              </a:rPr>
              <a:t>Language:</a:t>
            </a:r>
            <a:r>
              <a:rPr lang="en-US" sz="1800" dirty="0">
                <a:solidFill>
                  <a:srgbClr val="FFFFFF"/>
                </a:solidFill>
                <a:latin typeface="DM Sans" panose="020B0604020202020204" pitchFamily="2" charset="0"/>
              </a:rPr>
              <a:t> Python 3</a:t>
            </a: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FFFFFF"/>
                </a:solidFill>
                <a:latin typeface="DM Sans" panose="020B0604020202020204" pitchFamily="2" charset="0"/>
              </a:rPr>
              <a:t>Optimizer:</a:t>
            </a:r>
            <a:r>
              <a:rPr lang="en-US" sz="1800" dirty="0">
                <a:solidFill>
                  <a:srgbClr val="FFFFFF"/>
                </a:solidFill>
                <a:latin typeface="DM Sans" panose="020B0604020202020204" pitchFamily="2" charset="0"/>
              </a:rPr>
              <a:t> Google OR-Tools CP-SAT (Constraint Programming with Boolean Satisfiability)</a:t>
            </a: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FFFF"/>
                </a:solidFill>
                <a:latin typeface="DM Sans" panose="020B0604020202020204" pitchFamily="2" charset="0"/>
              </a:rPr>
              <a:t> </a:t>
            </a:r>
            <a:r>
              <a:rPr lang="en-US" sz="1800" b="1" dirty="0">
                <a:solidFill>
                  <a:srgbClr val="FFFFFF"/>
                </a:solidFill>
                <a:latin typeface="DM Sans" panose="020B0604020202020204" pitchFamily="2" charset="0"/>
              </a:rPr>
              <a:t>Data I/O:</a:t>
            </a:r>
            <a:r>
              <a:rPr lang="en-US" sz="1800" dirty="0">
                <a:solidFill>
                  <a:srgbClr val="FFFFFF"/>
                </a:solidFill>
                <a:latin typeface="DM Sans" panose="020B0604020202020204" pitchFamily="2" charset="0"/>
              </a:rPr>
              <a:t> Pandas + </a:t>
            </a:r>
            <a:r>
              <a:rPr lang="en-US" sz="1800" dirty="0" err="1">
                <a:solidFill>
                  <a:srgbClr val="FFFFFF"/>
                </a:solidFill>
                <a:latin typeface="DM Sans" panose="020B0604020202020204" pitchFamily="2" charset="0"/>
              </a:rPr>
              <a:t>openpyxl</a:t>
            </a:r>
            <a:r>
              <a:rPr lang="en-US" sz="1800" dirty="0">
                <a:solidFill>
                  <a:srgbClr val="FFFFFF"/>
                </a:solidFill>
                <a:latin typeface="DM Sans" panose="020B0604020202020204" pitchFamily="2" charset="0"/>
              </a:rPr>
              <a:t> for Excel workbook loading &amp; CSV output</a:t>
            </a: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FFFFFF"/>
                </a:solidFill>
                <a:latin typeface="DM Sans" panose="020B0604020202020204" pitchFamily="2" charset="0"/>
              </a:rPr>
              <a:t>Frontend:</a:t>
            </a:r>
            <a:r>
              <a:rPr lang="en-US" sz="1800" dirty="0">
                <a:solidFill>
                  <a:srgbClr val="FFFFFF"/>
                </a:solidFill>
                <a:latin typeface="DM Sans" panose="020B0604020202020204" pitchFamily="2" charset="0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DM Sans" panose="020B0604020202020204" pitchFamily="2" charset="0"/>
              </a:rPr>
              <a:t>Streamlit</a:t>
            </a:r>
            <a:r>
              <a:rPr lang="en-US" sz="1800" dirty="0">
                <a:solidFill>
                  <a:srgbClr val="FFFFFF"/>
                </a:solidFill>
                <a:latin typeface="DM Sans" panose="020B0604020202020204" pitchFamily="2" charset="0"/>
              </a:rPr>
              <a:t> interactive web dashboard</a:t>
            </a: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FFFFFF"/>
                </a:solidFill>
                <a:latin typeface="DM Sans" panose="020B0604020202020204" pitchFamily="2" charset="0"/>
              </a:rPr>
              <a:t>Solver </a:t>
            </a:r>
            <a:r>
              <a:rPr lang="en-US" sz="1800" b="1" dirty="0" err="1">
                <a:solidFill>
                  <a:srgbClr val="FFFFFF"/>
                </a:solidFill>
                <a:latin typeface="DM Sans" panose="020B0604020202020204" pitchFamily="2" charset="0"/>
              </a:rPr>
              <a:t>Config</a:t>
            </a:r>
            <a:r>
              <a:rPr lang="en-US" sz="1800" b="1" dirty="0">
                <a:solidFill>
                  <a:srgbClr val="FFFFFF"/>
                </a:solidFill>
                <a:latin typeface="DM Sans" panose="020B0604020202020204" pitchFamily="2" charset="0"/>
              </a:rPr>
              <a:t>:</a:t>
            </a:r>
            <a:r>
              <a:rPr lang="en-US" sz="1800" dirty="0">
                <a:solidFill>
                  <a:srgbClr val="FFFFFF"/>
                </a:solidFill>
                <a:latin typeface="DM Sans" panose="020B0604020202020204" pitchFamily="2" charset="0"/>
              </a:rPr>
              <a:t> 600s baseline time limit, 8 parallel worker threads</a:t>
            </a: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endParaRPr lang="en-US" sz="1800" dirty="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pPr marL="139700" indent="0">
              <a:lnSpc>
                <a:spcPct val="200000"/>
              </a:lnSpc>
            </a:pPr>
            <a:endParaRPr lang="en-US" sz="18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>
            <a:spLocks noGrp="1" noEditPoints="1"/>
          </p:cNvSpPr>
          <p:nvPr>
            <p:ph type="title"/>
          </p:nvPr>
        </p:nvSpPr>
        <p:spPr>
          <a:xfrm>
            <a:off x="2083724" y="1527636"/>
            <a:ext cx="6450676" cy="965729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r>
              <a:rPr lang="en-US" sz="4000" dirty="0">
                <a:latin typeface="Montserrat ExtraBold" panose="00000900000000000000" pitchFamily="2" charset="0"/>
              </a:rPr>
              <a:t>INSIGHTS &amp;</a:t>
            </a:r>
            <a:br>
              <a:rPr lang="en-US" sz="4000" dirty="0">
                <a:latin typeface="Montserrat ExtraBold" panose="00000900000000000000" pitchFamily="2" charset="0"/>
              </a:rPr>
            </a:br>
            <a:r>
              <a:rPr lang="en-US" sz="4000" dirty="0">
                <a:latin typeface="Montserrat ExtraBold" panose="00000900000000000000" pitchFamily="2" charset="0"/>
              </a:rPr>
              <a:t>VISUALIZATION</a:t>
            </a:r>
          </a:p>
        </p:txBody>
      </p:sp>
      <p:sp>
        <p:nvSpPr>
          <p:cNvPr id="331" name="Google Shape;331;p34"/>
          <p:cNvSpPr>
            <a:spLocks noGrp="1" noEditPoints="1"/>
          </p:cNvSpPr>
          <p:nvPr>
            <p:ph type="title" idx="2"/>
          </p:nvPr>
        </p:nvSpPr>
        <p:spPr>
          <a:xfrm>
            <a:off x="713212" y="1492050"/>
            <a:ext cx="1241967" cy="1106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330" name="Google Shape;330;p34"/>
          <p:cNvSpPr>
            <a:spLocks noGrp="1" noEditPoints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sz="1400" b="1" dirty="0">
                <a:latin typeface="DM Sans" panose="020B0604020202020204" pitchFamily="2" charset="0"/>
              </a:rPr>
              <a:t>Key Findings, Graphs &amp; Dashboard Analytics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dir="u"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/>
          <p:nvPr/>
        </p:nvSpPr>
        <p:spPr>
          <a:xfrm>
            <a:off x="314839" y="10134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-US" dirty="0"/>
              <a:t>Monte Carlo Analysis</a:t>
            </a:r>
            <a:endParaRPr lang="en-US" dirty="0">
              <a:effectLst/>
            </a:endParaRPr>
          </a:p>
        </p:txBody>
      </p:sp>
      <p:sp>
        <p:nvSpPr>
          <p:cNvPr id="13" name="Subtitle 2"/>
          <p:cNvSpPr txBox="1">
            <a:spLocks noChangeArrowheads="1"/>
          </p:cNvSpPr>
          <p:nvPr/>
        </p:nvSpPr>
        <p:spPr bwMode="auto">
          <a:xfrm>
            <a:off x="314839" y="575363"/>
            <a:ext cx="8050620" cy="1615827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vert="horz" wrap="square" lIns="91440" tIns="45720" rIns="91440" bIns="45720" anchor="ctr">
            <a:prstTxWarp prst="textNoShape">
              <a:avLst/>
            </a:prstTxWarp>
            <a:spAutoFit/>
          </a:bodyPr>
          <a:lstStyle>
            <a:lvl1pPr marL="457200" marR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</a:rPr>
              <a:t>Selection criteria (in priority order):</a:t>
            </a: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</a:pPr>
            <a:r>
              <a:rPr lang="en-US" sz="1600" dirty="0"/>
              <a:t>        </a:t>
            </a:r>
            <a:r>
              <a:rPr lang="en-US" dirty="0"/>
              <a:t>Fewest validation errors,</a:t>
            </a:r>
            <a:r>
              <a:rPr lang="en-US" b="1" dirty="0"/>
              <a:t> </a:t>
            </a:r>
            <a:r>
              <a:rPr lang="en-US" dirty="0"/>
              <a:t>Lowest baseline objective value ,</a:t>
            </a:r>
            <a:r>
              <a:rPr lang="en-US" b="1" dirty="0"/>
              <a:t> </a:t>
            </a:r>
            <a:r>
              <a:rPr lang="en-US" dirty="0"/>
              <a:t>Lowest total travel distance</a:t>
            </a: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</a:pPr>
            <a:endParaRPr lang="en-US" sz="1600" dirty="0"/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</a:pPr>
            <a:endParaRPr lang="en-US" sz="18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9460" y="1471961"/>
            <a:ext cx="7329379" cy="3564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>
          <a:xfrm>
            <a:off x="720000" y="333515"/>
            <a:ext cx="7704000" cy="572700"/>
          </a:xfrm>
        </p:spPr>
        <p:txBody>
          <a:bodyPr/>
          <a:lstStyle/>
          <a:p>
            <a:r>
              <a:rPr lang="en-US" dirty="0"/>
              <a:t>Schedule Insights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92232" y="1020361"/>
            <a:ext cx="8054070" cy="34401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/>
          <p:nvPr/>
        </p:nvSpPr>
        <p:spPr>
          <a:xfrm>
            <a:off x="80661" y="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-US" dirty="0"/>
              <a:t>Travel Distance Analysis</a:t>
            </a:r>
            <a:endParaRPr lang="en-US" dirty="0"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CBA81A-3A00-8570-F042-3D2D62ABF3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53" y="810594"/>
            <a:ext cx="7470204" cy="38067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FE9BF-4A5C-566C-8670-37257DDFF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9802851-EC60-802F-47BE-B606E4D72563}"/>
              </a:ext>
            </a:extLst>
          </p:cNvPr>
          <p:cNvSpPr txBox="1"/>
          <p:nvPr/>
        </p:nvSpPr>
        <p:spPr>
          <a:xfrm>
            <a:off x="80661" y="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-US" dirty="0"/>
              <a:t>Travel Distance Analysis</a:t>
            </a:r>
            <a:endParaRPr lang="en-US" dirty="0">
              <a:effectLst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C18608-C5DA-931C-5E85-FA2DC1CF8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98" y="1078943"/>
            <a:ext cx="7470204" cy="2985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91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/>
          <p:nvPr/>
        </p:nvSpPr>
        <p:spPr>
          <a:xfrm>
            <a:off x="1496866" y="24161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-US" dirty="0"/>
              <a:t>Stadiums &amp; Venues</a:t>
            </a:r>
          </a:p>
          <a:p>
            <a:br>
              <a:rPr lang="en-US" dirty="0"/>
            </a:br>
            <a:endParaRPr lang="en-US" dirty="0">
              <a:effectLst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70091" y="1099649"/>
            <a:ext cx="7597402" cy="38022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902DC-F99D-3401-5571-2F553BC6B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E3D8700-893F-33B4-E4BD-CBD76F2175F1}"/>
              </a:ext>
            </a:extLst>
          </p:cNvPr>
          <p:cNvSpPr txBox="1"/>
          <p:nvPr/>
        </p:nvSpPr>
        <p:spPr>
          <a:xfrm>
            <a:off x="1496866" y="24161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-US" dirty="0"/>
              <a:t>Stadiums &amp; Venues</a:t>
            </a:r>
          </a:p>
          <a:p>
            <a:br>
              <a:rPr lang="en-US" dirty="0"/>
            </a:br>
            <a:endParaRPr lang="en-US" dirty="0">
              <a:effectLst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D0A585-4C27-304C-29E1-0F7F18F5C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1070" y="1078856"/>
            <a:ext cx="5581860" cy="379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334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/>
          <p:nvPr/>
        </p:nvSpPr>
        <p:spPr>
          <a:xfrm>
            <a:off x="314839" y="10134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-US" dirty="0"/>
              <a:t>Historical Benchmarking</a:t>
            </a:r>
            <a:endParaRPr lang="en-US" dirty="0">
              <a:effectLst/>
            </a:endParaRPr>
          </a:p>
        </p:txBody>
      </p:sp>
      <p:sp>
        <p:nvSpPr>
          <p:cNvPr id="9" name="Subtitle 2"/>
          <p:cNvSpPr txBox="1">
            <a:spLocks noChangeArrowheads="1"/>
          </p:cNvSpPr>
          <p:nvPr/>
        </p:nvSpPr>
        <p:spPr bwMode="auto">
          <a:xfrm>
            <a:off x="219522" y="775720"/>
            <a:ext cx="8050620" cy="340093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vert="horz" wrap="square" lIns="91440" tIns="45720" rIns="91440" bIns="45720" anchor="ctr">
            <a:prstTxWarp prst="textNoShape">
              <a:avLst/>
            </a:prstTxWarp>
            <a:spAutoFit/>
          </a:bodyPr>
          <a:lstStyle>
            <a:lvl1pPr marL="457200" marR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r>
              <a:rPr lang="en-US" b="1" dirty="0"/>
              <a:t>•  </a:t>
            </a:r>
            <a:r>
              <a:rPr lang="en-US" dirty="0"/>
              <a:t>5 past seasons analyzed: 2018-19, 2020-21, 2021-22, 2022-23, 2023-24</a:t>
            </a:r>
            <a:endParaRPr lang="en-US" sz="1600" dirty="0">
              <a:effectLst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77431" y="1541739"/>
            <a:ext cx="7934801" cy="24756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7" presetClass="entr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2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3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/>
          <p:nvPr/>
        </p:nvSpPr>
        <p:spPr>
          <a:xfrm>
            <a:off x="314839" y="10134"/>
            <a:ext cx="8376109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 panose="00000500000000000000" pitchFamily="2" charset="0"/>
              <a:buNone/>
              <a:defRPr sz="3500" b="1" i="0" u="none" strike="noStrike" cap="none">
                <a:solidFill>
                  <a:schemeClr val="dk1"/>
                </a:solidFill>
                <a:latin typeface="Montserrat" panose="00000500000000000000" pitchFamily="2" charset="0"/>
                <a:ea typeface="Montserrat" panose="00000500000000000000" pitchFamily="2" charset="0"/>
                <a:cs typeface="Montserrat" panose="00000500000000000000" pitchFamily="2" charset="0"/>
                <a:sym typeface="Montserrat" panose="00000500000000000000" pitchFamily="2" charset="0"/>
              </a:defRPr>
            </a:lvl9pPr>
          </a:lstStyle>
          <a:p>
            <a:r>
              <a:rPr lang="en-US" dirty="0"/>
              <a:t>Broadcast &amp; Match Tier Alignment</a:t>
            </a:r>
            <a:endParaRPr lang="en-US" dirty="0">
              <a:effectLst/>
            </a:endParaRPr>
          </a:p>
        </p:txBody>
      </p:sp>
      <p:sp>
        <p:nvSpPr>
          <p:cNvPr id="9" name="Subtitle 2"/>
          <p:cNvSpPr txBox="1">
            <a:spLocks noChangeArrowheads="1"/>
          </p:cNvSpPr>
          <p:nvPr/>
        </p:nvSpPr>
        <p:spPr bwMode="auto">
          <a:xfrm>
            <a:off x="219522" y="775720"/>
            <a:ext cx="8050620" cy="340093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vert="horz" wrap="square" lIns="91440" tIns="45720" rIns="91440" bIns="45720" anchor="ctr">
            <a:prstTxWarp prst="textNoShape">
              <a:avLst/>
            </a:prstTxWarp>
            <a:spAutoFit/>
          </a:bodyPr>
          <a:lstStyle>
            <a:lvl1pPr marL="457200" marR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 panose="020B0604020202020204" pitchFamily="2" charset="0"/>
              <a:buNone/>
              <a:defRPr sz="1400" b="0" i="0" u="none" strike="noStrike" cap="none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defRPr>
            </a:lvl9pPr>
          </a:lstStyle>
          <a:p>
            <a:r>
              <a:rPr lang="en-US" b="1" dirty="0"/>
              <a:t>•  </a:t>
            </a:r>
            <a:r>
              <a:rPr lang="en-US" dirty="0"/>
              <a:t>5 past seasons analyzed: 2018-19, 2020-21, 2021-22, 2022-23, 2023-24</a:t>
            </a:r>
            <a:endParaRPr lang="en-US" sz="1600" dirty="0"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E7D6E-C88C-BE2A-3522-CD13F9560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67" y="1372373"/>
            <a:ext cx="7625531" cy="28861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>
            <a:spLocks noGrp="1" noEditPoints="1"/>
          </p:cNvSpPr>
          <p:nvPr>
            <p:ph type="title"/>
          </p:nvPr>
        </p:nvSpPr>
        <p:spPr>
          <a:xfrm>
            <a:off x="2217538" y="1579021"/>
            <a:ext cx="6597776" cy="965729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r>
              <a:rPr lang="en-US" sz="4000" dirty="0">
                <a:latin typeface="Montserrat ExtraBold" panose="00000900000000000000" pitchFamily="2" charset="0"/>
              </a:rPr>
              <a:t>USER INTERFACE</a:t>
            </a:r>
          </a:p>
        </p:txBody>
      </p:sp>
      <p:sp>
        <p:nvSpPr>
          <p:cNvPr id="331" name="Google Shape;331;p34"/>
          <p:cNvSpPr>
            <a:spLocks noGrp="1" noEditPoints="1"/>
          </p:cNvSpPr>
          <p:nvPr>
            <p:ph type="title" idx="2"/>
          </p:nvPr>
        </p:nvSpPr>
        <p:spPr>
          <a:xfrm>
            <a:off x="713212" y="1492050"/>
            <a:ext cx="1241967" cy="1106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330" name="Google Shape;330;p34"/>
          <p:cNvSpPr>
            <a:spLocks noGrp="1" noEditPoints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sz="1400" b="1" dirty="0" err="1">
                <a:latin typeface="DM Sans" panose="020B0604020202020204" pitchFamily="2" charset="0"/>
              </a:rPr>
              <a:t>Streamlit</a:t>
            </a:r>
            <a:r>
              <a:rPr lang="en-US" sz="1400" b="1" dirty="0">
                <a:latin typeface="DM Sans" panose="020B0604020202020204" pitchFamily="2" charset="0"/>
              </a:rPr>
              <a:t> Operational UI Demo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Screenshots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1743" y="1107688"/>
            <a:ext cx="7350062" cy="37914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 idx="4294967295"/>
          </p:nvPr>
        </p:nvSpPr>
        <p:spPr>
          <a:xfrm>
            <a:off x="0" y="87626"/>
            <a:ext cx="7702550" cy="573087"/>
          </a:xfrm>
        </p:spPr>
        <p:txBody>
          <a:bodyPr/>
          <a:lstStyle/>
          <a:p>
            <a:r>
              <a:rPr lang="en-US" dirty="0"/>
              <a:t>Dashboard Screenshots</a:t>
            </a:r>
            <a:br>
              <a:rPr lang="en-US" dirty="0"/>
            </a:b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15951" y="748250"/>
            <a:ext cx="7961971" cy="3912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1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 idx="4294967295"/>
          </p:nvPr>
        </p:nvSpPr>
        <p:spPr>
          <a:xfrm>
            <a:off x="0" y="87626"/>
            <a:ext cx="7702550" cy="573087"/>
          </a:xfrm>
        </p:spPr>
        <p:txBody>
          <a:bodyPr/>
          <a:lstStyle/>
          <a:p>
            <a:r>
              <a:rPr lang="en-US" dirty="0"/>
              <a:t>Dashboard Screenshots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89792" y="951977"/>
            <a:ext cx="8764415" cy="410389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>
            <a:spLocks noGrp="1" noEditPoints="1"/>
          </p:cNvSpPr>
          <p:nvPr>
            <p:ph type="title"/>
          </p:nvPr>
        </p:nvSpPr>
        <p:spPr>
          <a:xfrm>
            <a:off x="2083724" y="1527636"/>
            <a:ext cx="6450676" cy="965729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r>
              <a:rPr lang="en-US" sz="4000" dirty="0">
                <a:latin typeface="Montserrat ExtraBold" panose="00000900000000000000" pitchFamily="2" charset="0"/>
              </a:rPr>
              <a:t>CONCLUSION &amp; FUTURE WORK</a:t>
            </a:r>
          </a:p>
        </p:txBody>
      </p:sp>
      <p:sp>
        <p:nvSpPr>
          <p:cNvPr id="331" name="Google Shape;331;p34"/>
          <p:cNvSpPr>
            <a:spLocks noGrp="1" noEditPoints="1"/>
          </p:cNvSpPr>
          <p:nvPr>
            <p:ph type="title" idx="2"/>
          </p:nvPr>
        </p:nvSpPr>
        <p:spPr>
          <a:xfrm>
            <a:off x="713212" y="1492050"/>
            <a:ext cx="1241967" cy="1106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</a:t>
            </a:r>
            <a:endParaRPr dirty="0"/>
          </a:p>
        </p:txBody>
      </p:sp>
      <p:sp>
        <p:nvSpPr>
          <p:cNvPr id="330" name="Google Shape;330;p34"/>
          <p:cNvSpPr>
            <a:spLocks noGrp="1" noEditPoints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sz="1400" b="1" dirty="0">
                <a:latin typeface="DM Sans" panose="020B0604020202020204" pitchFamily="2" charset="0"/>
              </a:rPr>
              <a:t>Key Achievements &amp; Future Directions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dir="u"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 noEditPoints="1" noChangeArrowheads="1"/>
          </p:cNvSpPr>
          <p:nvPr>
            <p:ph type="subTitle" idx="1"/>
          </p:nvPr>
        </p:nvSpPr>
        <p:spPr bwMode="auto">
          <a:xfrm>
            <a:off x="942503" y="1085591"/>
            <a:ext cx="9291756" cy="377539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anchor="ctr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200000"/>
              </a:lnSpc>
              <a:spcBef>
                <a:spcPts val="350"/>
              </a:spcBef>
              <a:spcAft>
                <a:spcPct val="0"/>
              </a:spcAft>
              <a:buSzPct val="100000"/>
            </a:pPr>
            <a:r>
              <a:rPr lang="en-US" altLang="en-US" sz="1600" b="1" dirty="0">
                <a:solidFill>
                  <a:schemeClr val="tx1"/>
                </a:solidFill>
                <a:latin typeface="DM Sans" panose="020B0604020202020204" pitchFamily="2" charset="0"/>
              </a:rPr>
              <a:t>First-ever automated optimization of the Egyptian Premier League schedule.</a:t>
            </a:r>
          </a:p>
          <a:p>
            <a:pPr marL="0" indent="0" eaLnBrk="0" fontAlgn="base" hangingPunct="0">
              <a:lnSpc>
                <a:spcPct val="200000"/>
              </a:lnSpc>
              <a:spcBef>
                <a:spcPts val="350"/>
              </a:spcBef>
              <a:spcAft>
                <a:spcPct val="0"/>
              </a:spcAft>
              <a:buSzPct val="100000"/>
            </a:pPr>
            <a:r>
              <a:rPr lang="en-US" altLang="en-US" sz="1600" b="1" dirty="0">
                <a:solidFill>
                  <a:schemeClr val="tx1"/>
                </a:solidFill>
                <a:latin typeface="DM Sans" panose="020B0604020202020204" pitchFamily="2" charset="0"/>
              </a:rPr>
              <a:t>306 matches assigned with ZERO constraint violations.</a:t>
            </a:r>
          </a:p>
          <a:p>
            <a:pPr marL="0" indent="0" eaLnBrk="0" fontAlgn="base" hangingPunct="0">
              <a:lnSpc>
                <a:spcPct val="200000"/>
              </a:lnSpc>
              <a:spcBef>
                <a:spcPts val="350"/>
              </a:spcBef>
              <a:spcAft>
                <a:spcPct val="0"/>
              </a:spcAft>
              <a:buSzPct val="100000"/>
            </a:pPr>
            <a:r>
              <a:rPr lang="en-US" altLang="en-US" sz="1600" b="1" dirty="0">
                <a:solidFill>
                  <a:schemeClr val="tx1"/>
                </a:solidFill>
                <a:latin typeface="DM Sans" panose="020B0604020202020204" pitchFamily="2" charset="0"/>
              </a:rPr>
              <a:t>CP-SAT solver finds feasible solution in ~600 seconds</a:t>
            </a:r>
          </a:p>
          <a:p>
            <a:pPr marL="0" indent="0" eaLnBrk="0" fontAlgn="base" hangingPunct="0">
              <a:lnSpc>
                <a:spcPct val="200000"/>
              </a:lnSpc>
              <a:spcBef>
                <a:spcPts val="350"/>
              </a:spcBef>
              <a:spcAft>
                <a:spcPct val="0"/>
              </a:spcAft>
              <a:buSzPct val="100000"/>
            </a:pPr>
            <a:r>
              <a:rPr lang="en-US" altLang="en-US" sz="1600" b="1" dirty="0">
                <a:solidFill>
                  <a:schemeClr val="tx1"/>
                </a:solidFill>
                <a:latin typeface="DM Sans" panose="020B0604020202020204" pitchFamily="2" charset="0"/>
              </a:rPr>
              <a:t>All 11 validation checks PASS</a:t>
            </a:r>
          </a:p>
          <a:p>
            <a:pPr marL="0" indent="0" eaLnBrk="0" fontAlgn="base" hangingPunct="0">
              <a:lnSpc>
                <a:spcPct val="200000"/>
              </a:lnSpc>
              <a:spcBef>
                <a:spcPts val="350"/>
              </a:spcBef>
              <a:spcAft>
                <a:spcPct val="0"/>
              </a:spcAft>
              <a:buSzPct val="100000"/>
            </a:pPr>
            <a:r>
              <a:rPr lang="en-US" altLang="en-US" sz="1600" b="1" dirty="0">
                <a:solidFill>
                  <a:schemeClr val="tx1"/>
                </a:solidFill>
                <a:latin typeface="DM Sans" panose="020B0604020202020204" pitchFamily="2" charset="0"/>
              </a:rPr>
              <a:t>Interactive </a:t>
            </a:r>
            <a:r>
              <a:rPr lang="en-US" altLang="en-US" sz="1600" b="1" dirty="0" err="1">
                <a:solidFill>
                  <a:schemeClr val="tx1"/>
                </a:solidFill>
                <a:latin typeface="DM Sans" panose="020B0604020202020204" pitchFamily="2" charset="0"/>
              </a:rPr>
              <a:t>Streamlit</a:t>
            </a:r>
            <a:r>
              <a:rPr lang="en-US" altLang="en-US" sz="1600" b="1" dirty="0">
                <a:solidFill>
                  <a:schemeClr val="tx1"/>
                </a:solidFill>
                <a:latin typeface="DM Sans" panose="020B0604020202020204" pitchFamily="2" charset="0"/>
              </a:rPr>
              <a:t> dashboard for full operational control</a:t>
            </a:r>
          </a:p>
          <a:p>
            <a:pPr marL="0" indent="0" eaLnBrk="0" fontAlgn="base" hangingPunct="0">
              <a:lnSpc>
                <a:spcPct val="200000"/>
              </a:lnSpc>
              <a:spcBef>
                <a:spcPts val="350"/>
              </a:spcBef>
              <a:spcAft>
                <a:spcPct val="0"/>
              </a:spcAft>
              <a:buSzPct val="100000"/>
            </a:pPr>
            <a:r>
              <a:rPr lang="en-US" altLang="en-US" sz="1600" b="1" dirty="0">
                <a:solidFill>
                  <a:schemeClr val="tx1"/>
                </a:solidFill>
                <a:latin typeface="DM Sans" panose="020B0604020202020204" pitchFamily="2" charset="0"/>
              </a:rPr>
              <a:t>Historical benchmarking shows improvement over past manual scheduling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ts val="35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</a:pPr>
            <a:endParaRPr lang="en-US" altLang="en-US" sz="1600" b="1" dirty="0">
              <a:solidFill>
                <a:schemeClr val="tx1"/>
              </a:solidFill>
              <a:latin typeface="DM Sans" panose="020B0604020202020204" pitchFamily="2" charset="0"/>
            </a:endParaRPr>
          </a:p>
        </p:txBody>
      </p:sp>
      <p:sp>
        <p:nvSpPr>
          <p:cNvPr id="314" name="Google Shape;314;p32"/>
          <p:cNvSpPr>
            <a:spLocks noGrp="1" noEditPoints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dirty="0"/>
              <a:t>Key Achievements</a:t>
            </a:r>
          </a:p>
        </p:txBody>
      </p:sp>
      <p:grpSp>
        <p:nvGrpSpPr>
          <p:cNvPr id="18" name="Google Shape;10403;p73"/>
          <p:cNvGrpSpPr/>
          <p:nvPr/>
        </p:nvGrpSpPr>
        <p:grpSpPr>
          <a:xfrm>
            <a:off x="603515" y="1871429"/>
            <a:ext cx="311160" cy="358490"/>
            <a:chOff x="-3852025" y="2764950"/>
            <a:chExt cx="291450" cy="293000"/>
          </a:xfrm>
        </p:grpSpPr>
        <p:sp>
          <p:nvSpPr>
            <p:cNvPr id="19" name="Google Shape;10404;p73"/>
            <p:cNvSpPr/>
            <p:nvPr/>
          </p:nvSpPr>
          <p:spPr>
            <a:xfrm>
              <a:off x="-3852025" y="2764950"/>
              <a:ext cx="291450" cy="293000"/>
            </a:xfrm>
            <a:custGeom>
              <a:avLst/>
              <a:gdLst/>
              <a:ahLst/>
              <a:cxnLst/>
              <a:rect l="l" t="t" r="r" b="b"/>
              <a:pathLst>
                <a:path w="11658" h="11720">
                  <a:moveTo>
                    <a:pt x="4380" y="693"/>
                  </a:moveTo>
                  <a:cubicBezTo>
                    <a:pt x="6774" y="693"/>
                    <a:pt x="8161" y="1355"/>
                    <a:pt x="8161" y="1733"/>
                  </a:cubicBezTo>
                  <a:cubicBezTo>
                    <a:pt x="8161" y="2080"/>
                    <a:pt x="6774" y="2741"/>
                    <a:pt x="4380" y="2741"/>
                  </a:cubicBezTo>
                  <a:cubicBezTo>
                    <a:pt x="1986" y="2741"/>
                    <a:pt x="599" y="2080"/>
                    <a:pt x="599" y="1733"/>
                  </a:cubicBezTo>
                  <a:cubicBezTo>
                    <a:pt x="631" y="1355"/>
                    <a:pt x="2017" y="693"/>
                    <a:pt x="4380" y="693"/>
                  </a:cubicBezTo>
                  <a:close/>
                  <a:moveTo>
                    <a:pt x="8224" y="2710"/>
                  </a:moveTo>
                  <a:lnTo>
                    <a:pt x="8224" y="4190"/>
                  </a:lnTo>
                  <a:lnTo>
                    <a:pt x="7845" y="4190"/>
                  </a:lnTo>
                  <a:cubicBezTo>
                    <a:pt x="7815" y="4189"/>
                    <a:pt x="7784" y="4189"/>
                    <a:pt x="7753" y="4189"/>
                  </a:cubicBezTo>
                  <a:cubicBezTo>
                    <a:pt x="6625" y="4189"/>
                    <a:pt x="5622" y="4748"/>
                    <a:pt x="4947" y="5545"/>
                  </a:cubicBezTo>
                  <a:cubicBezTo>
                    <a:pt x="4743" y="5555"/>
                    <a:pt x="4544" y="5560"/>
                    <a:pt x="4352" y="5560"/>
                  </a:cubicBezTo>
                  <a:cubicBezTo>
                    <a:pt x="2081" y="5560"/>
                    <a:pt x="662" y="4912"/>
                    <a:pt x="662" y="4505"/>
                  </a:cubicBezTo>
                  <a:lnTo>
                    <a:pt x="662" y="2710"/>
                  </a:lnTo>
                  <a:cubicBezTo>
                    <a:pt x="1639" y="3308"/>
                    <a:pt x="3246" y="3466"/>
                    <a:pt x="4443" y="3466"/>
                  </a:cubicBezTo>
                  <a:cubicBezTo>
                    <a:pt x="5577" y="3466"/>
                    <a:pt x="7215" y="3308"/>
                    <a:pt x="8224" y="2710"/>
                  </a:cubicBezTo>
                  <a:close/>
                  <a:moveTo>
                    <a:pt x="631" y="5514"/>
                  </a:moveTo>
                  <a:cubicBezTo>
                    <a:pt x="1639" y="6081"/>
                    <a:pt x="3309" y="6238"/>
                    <a:pt x="4474" y="6238"/>
                  </a:cubicBezTo>
                  <a:cubicBezTo>
                    <a:pt x="4222" y="6711"/>
                    <a:pt x="4065" y="7309"/>
                    <a:pt x="4065" y="7939"/>
                  </a:cubicBezTo>
                  <a:lnTo>
                    <a:pt x="4065" y="8286"/>
                  </a:lnTo>
                  <a:cubicBezTo>
                    <a:pt x="1860" y="8223"/>
                    <a:pt x="631" y="7624"/>
                    <a:pt x="631" y="7278"/>
                  </a:cubicBezTo>
                  <a:lnTo>
                    <a:pt x="631" y="5514"/>
                  </a:lnTo>
                  <a:close/>
                  <a:moveTo>
                    <a:pt x="631" y="8223"/>
                  </a:moveTo>
                  <a:cubicBezTo>
                    <a:pt x="1576" y="8759"/>
                    <a:pt x="3120" y="8979"/>
                    <a:pt x="4222" y="8979"/>
                  </a:cubicBezTo>
                  <a:cubicBezTo>
                    <a:pt x="4474" y="9798"/>
                    <a:pt x="4947" y="10460"/>
                    <a:pt x="5609" y="10964"/>
                  </a:cubicBezTo>
                  <a:cubicBezTo>
                    <a:pt x="5199" y="11005"/>
                    <a:pt x="4802" y="11024"/>
                    <a:pt x="4424" y="11024"/>
                  </a:cubicBezTo>
                  <a:cubicBezTo>
                    <a:pt x="2216" y="11024"/>
                    <a:pt x="631" y="10391"/>
                    <a:pt x="631" y="9987"/>
                  </a:cubicBezTo>
                  <a:lnTo>
                    <a:pt x="631" y="8223"/>
                  </a:lnTo>
                  <a:close/>
                  <a:moveTo>
                    <a:pt x="7814" y="4852"/>
                  </a:moveTo>
                  <a:cubicBezTo>
                    <a:pt x="9515" y="4852"/>
                    <a:pt x="10933" y="6238"/>
                    <a:pt x="10933" y="7939"/>
                  </a:cubicBezTo>
                  <a:cubicBezTo>
                    <a:pt x="10964" y="9641"/>
                    <a:pt x="9547" y="11027"/>
                    <a:pt x="7814" y="11027"/>
                  </a:cubicBezTo>
                  <a:cubicBezTo>
                    <a:pt x="6113" y="11027"/>
                    <a:pt x="4726" y="9641"/>
                    <a:pt x="4726" y="7939"/>
                  </a:cubicBezTo>
                  <a:cubicBezTo>
                    <a:pt x="4726" y="6238"/>
                    <a:pt x="6113" y="4852"/>
                    <a:pt x="7814" y="4852"/>
                  </a:cubicBezTo>
                  <a:close/>
                  <a:moveTo>
                    <a:pt x="4411" y="0"/>
                  </a:moveTo>
                  <a:cubicBezTo>
                    <a:pt x="3277" y="0"/>
                    <a:pt x="2206" y="158"/>
                    <a:pt x="1418" y="410"/>
                  </a:cubicBezTo>
                  <a:cubicBezTo>
                    <a:pt x="253" y="819"/>
                    <a:pt x="1" y="1323"/>
                    <a:pt x="1" y="1733"/>
                  </a:cubicBezTo>
                  <a:lnTo>
                    <a:pt x="1" y="9987"/>
                  </a:lnTo>
                  <a:cubicBezTo>
                    <a:pt x="1" y="10334"/>
                    <a:pt x="253" y="10901"/>
                    <a:pt x="1418" y="11279"/>
                  </a:cubicBezTo>
                  <a:cubicBezTo>
                    <a:pt x="2269" y="11562"/>
                    <a:pt x="3309" y="11720"/>
                    <a:pt x="4411" y="11720"/>
                  </a:cubicBezTo>
                  <a:cubicBezTo>
                    <a:pt x="5199" y="11720"/>
                    <a:pt x="5955" y="11657"/>
                    <a:pt x="6617" y="11531"/>
                  </a:cubicBezTo>
                  <a:cubicBezTo>
                    <a:pt x="7026" y="11657"/>
                    <a:pt x="7404" y="11720"/>
                    <a:pt x="7845" y="11720"/>
                  </a:cubicBezTo>
                  <a:cubicBezTo>
                    <a:pt x="9925" y="11720"/>
                    <a:pt x="11658" y="10019"/>
                    <a:pt x="11658" y="7939"/>
                  </a:cubicBezTo>
                  <a:cubicBezTo>
                    <a:pt x="11626" y="6175"/>
                    <a:pt x="10397" y="4757"/>
                    <a:pt x="8822" y="4316"/>
                  </a:cubicBezTo>
                  <a:lnTo>
                    <a:pt x="8822" y="1733"/>
                  </a:lnTo>
                  <a:cubicBezTo>
                    <a:pt x="8822" y="1355"/>
                    <a:pt x="8602" y="819"/>
                    <a:pt x="7404" y="410"/>
                  </a:cubicBezTo>
                  <a:cubicBezTo>
                    <a:pt x="6585" y="158"/>
                    <a:pt x="5514" y="0"/>
                    <a:pt x="4411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0405;p73"/>
            <p:cNvSpPr/>
            <p:nvPr/>
          </p:nvSpPr>
          <p:spPr>
            <a:xfrm>
              <a:off x="-3707100" y="2937425"/>
              <a:ext cx="103200" cy="67775"/>
            </a:xfrm>
            <a:custGeom>
              <a:avLst/>
              <a:gdLst/>
              <a:ahLst/>
              <a:cxnLst/>
              <a:rect l="l" t="t" r="r" b="b"/>
              <a:pathLst>
                <a:path w="4128" h="2711">
                  <a:moveTo>
                    <a:pt x="3785" y="1"/>
                  </a:moveTo>
                  <a:cubicBezTo>
                    <a:pt x="3695" y="1"/>
                    <a:pt x="3608" y="32"/>
                    <a:pt x="3561" y="95"/>
                  </a:cubicBezTo>
                  <a:lnTo>
                    <a:pt x="1733" y="1923"/>
                  </a:lnTo>
                  <a:lnTo>
                    <a:pt x="599" y="757"/>
                  </a:lnTo>
                  <a:cubicBezTo>
                    <a:pt x="536" y="710"/>
                    <a:pt x="450" y="686"/>
                    <a:pt x="363" y="686"/>
                  </a:cubicBezTo>
                  <a:cubicBezTo>
                    <a:pt x="276" y="686"/>
                    <a:pt x="190" y="710"/>
                    <a:pt x="127" y="757"/>
                  </a:cubicBezTo>
                  <a:cubicBezTo>
                    <a:pt x="1" y="883"/>
                    <a:pt x="1" y="1135"/>
                    <a:pt x="127" y="1229"/>
                  </a:cubicBezTo>
                  <a:lnTo>
                    <a:pt x="1513" y="2616"/>
                  </a:lnTo>
                  <a:cubicBezTo>
                    <a:pt x="1560" y="2679"/>
                    <a:pt x="1647" y="2710"/>
                    <a:pt x="1737" y="2710"/>
                  </a:cubicBezTo>
                  <a:cubicBezTo>
                    <a:pt x="1828" y="2710"/>
                    <a:pt x="1922" y="2679"/>
                    <a:pt x="1985" y="2616"/>
                  </a:cubicBezTo>
                  <a:lnTo>
                    <a:pt x="4033" y="568"/>
                  </a:lnTo>
                  <a:cubicBezTo>
                    <a:pt x="4128" y="442"/>
                    <a:pt x="4128" y="221"/>
                    <a:pt x="4033" y="95"/>
                  </a:cubicBezTo>
                  <a:cubicBezTo>
                    <a:pt x="3970" y="32"/>
                    <a:pt x="3876" y="1"/>
                    <a:pt x="3785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" name="Google Shape;8781;p68"/>
          <p:cNvGrpSpPr/>
          <p:nvPr/>
        </p:nvGrpSpPr>
        <p:grpSpPr>
          <a:xfrm>
            <a:off x="587910" y="2920729"/>
            <a:ext cx="324608" cy="374826"/>
            <a:chOff x="-39783425" y="2337925"/>
            <a:chExt cx="275700" cy="318350"/>
          </a:xfrm>
        </p:grpSpPr>
        <p:sp>
          <p:nvSpPr>
            <p:cNvPr id="22" name="Google Shape;8782;p68"/>
            <p:cNvSpPr/>
            <p:nvPr/>
          </p:nvSpPr>
          <p:spPr>
            <a:xfrm>
              <a:off x="-39739325" y="2468600"/>
              <a:ext cx="194575" cy="148500"/>
            </a:xfrm>
            <a:custGeom>
              <a:avLst/>
              <a:gdLst/>
              <a:ahLst/>
              <a:cxnLst/>
              <a:rect l="l" t="t" r="r" b="b"/>
              <a:pathLst>
                <a:path w="7783" h="5940">
                  <a:moveTo>
                    <a:pt x="6349" y="772"/>
                  </a:moveTo>
                  <a:cubicBezTo>
                    <a:pt x="6459" y="772"/>
                    <a:pt x="6570" y="812"/>
                    <a:pt x="6648" y="891"/>
                  </a:cubicBezTo>
                  <a:cubicBezTo>
                    <a:pt x="6711" y="954"/>
                    <a:pt x="6743" y="1017"/>
                    <a:pt x="6806" y="1080"/>
                  </a:cubicBezTo>
                  <a:cubicBezTo>
                    <a:pt x="6837" y="1300"/>
                    <a:pt x="6837" y="1458"/>
                    <a:pt x="6711" y="1552"/>
                  </a:cubicBezTo>
                  <a:lnTo>
                    <a:pt x="3340" y="4955"/>
                  </a:lnTo>
                  <a:cubicBezTo>
                    <a:pt x="3261" y="5033"/>
                    <a:pt x="3151" y="5073"/>
                    <a:pt x="3041" y="5073"/>
                  </a:cubicBezTo>
                  <a:cubicBezTo>
                    <a:pt x="2931" y="5073"/>
                    <a:pt x="2820" y="5033"/>
                    <a:pt x="2742" y="4955"/>
                  </a:cubicBezTo>
                  <a:lnTo>
                    <a:pt x="1040" y="3253"/>
                  </a:lnTo>
                  <a:cubicBezTo>
                    <a:pt x="883" y="3096"/>
                    <a:pt x="883" y="2812"/>
                    <a:pt x="1040" y="2655"/>
                  </a:cubicBezTo>
                  <a:lnTo>
                    <a:pt x="1135" y="2592"/>
                  </a:lnTo>
                  <a:cubicBezTo>
                    <a:pt x="1214" y="2513"/>
                    <a:pt x="1316" y="2474"/>
                    <a:pt x="1418" y="2474"/>
                  </a:cubicBezTo>
                  <a:cubicBezTo>
                    <a:pt x="1521" y="2474"/>
                    <a:pt x="1623" y="2513"/>
                    <a:pt x="1702" y="2592"/>
                  </a:cubicBezTo>
                  <a:lnTo>
                    <a:pt x="2742" y="3600"/>
                  </a:lnTo>
                  <a:cubicBezTo>
                    <a:pt x="2820" y="3679"/>
                    <a:pt x="2931" y="3718"/>
                    <a:pt x="3041" y="3718"/>
                  </a:cubicBezTo>
                  <a:cubicBezTo>
                    <a:pt x="3151" y="3718"/>
                    <a:pt x="3261" y="3679"/>
                    <a:pt x="3340" y="3600"/>
                  </a:cubicBezTo>
                  <a:lnTo>
                    <a:pt x="6050" y="891"/>
                  </a:lnTo>
                  <a:cubicBezTo>
                    <a:pt x="6128" y="812"/>
                    <a:pt x="6239" y="772"/>
                    <a:pt x="6349" y="772"/>
                  </a:cubicBezTo>
                  <a:close/>
                  <a:moveTo>
                    <a:pt x="6369" y="1"/>
                  </a:moveTo>
                  <a:cubicBezTo>
                    <a:pt x="6050" y="1"/>
                    <a:pt x="5719" y="119"/>
                    <a:pt x="5451" y="355"/>
                  </a:cubicBezTo>
                  <a:lnTo>
                    <a:pt x="3025" y="2781"/>
                  </a:lnTo>
                  <a:lnTo>
                    <a:pt x="2269" y="2025"/>
                  </a:lnTo>
                  <a:cubicBezTo>
                    <a:pt x="2040" y="1796"/>
                    <a:pt x="1742" y="1663"/>
                    <a:pt x="1421" y="1663"/>
                  </a:cubicBezTo>
                  <a:cubicBezTo>
                    <a:pt x="1256" y="1663"/>
                    <a:pt x="1085" y="1698"/>
                    <a:pt x="914" y="1773"/>
                  </a:cubicBezTo>
                  <a:cubicBezTo>
                    <a:pt x="694" y="1867"/>
                    <a:pt x="536" y="1993"/>
                    <a:pt x="473" y="2119"/>
                  </a:cubicBezTo>
                  <a:cubicBezTo>
                    <a:pt x="1" y="2592"/>
                    <a:pt x="1" y="3379"/>
                    <a:pt x="473" y="3883"/>
                  </a:cubicBezTo>
                  <a:lnTo>
                    <a:pt x="2143" y="5585"/>
                  </a:lnTo>
                  <a:cubicBezTo>
                    <a:pt x="2379" y="5821"/>
                    <a:pt x="2694" y="5939"/>
                    <a:pt x="3017" y="5939"/>
                  </a:cubicBezTo>
                  <a:cubicBezTo>
                    <a:pt x="3340" y="5939"/>
                    <a:pt x="3671" y="5821"/>
                    <a:pt x="3939" y="5585"/>
                  </a:cubicBezTo>
                  <a:lnTo>
                    <a:pt x="7310" y="2182"/>
                  </a:lnTo>
                  <a:cubicBezTo>
                    <a:pt x="7656" y="1836"/>
                    <a:pt x="7782" y="1300"/>
                    <a:pt x="7593" y="859"/>
                  </a:cubicBezTo>
                  <a:cubicBezTo>
                    <a:pt x="7467" y="575"/>
                    <a:pt x="7310" y="418"/>
                    <a:pt x="7215" y="355"/>
                  </a:cubicBezTo>
                  <a:cubicBezTo>
                    <a:pt x="6995" y="119"/>
                    <a:pt x="6688" y="1"/>
                    <a:pt x="6369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8783;p68"/>
            <p:cNvSpPr/>
            <p:nvPr/>
          </p:nvSpPr>
          <p:spPr>
            <a:xfrm>
              <a:off x="-39783425" y="2337925"/>
              <a:ext cx="275700" cy="318350"/>
            </a:xfrm>
            <a:custGeom>
              <a:avLst/>
              <a:gdLst/>
              <a:ahLst/>
              <a:cxnLst/>
              <a:rect l="l" t="t" r="r" b="b"/>
              <a:pathLst>
                <a:path w="11028" h="12734">
                  <a:moveTo>
                    <a:pt x="5608" y="793"/>
                  </a:moveTo>
                  <a:cubicBezTo>
                    <a:pt x="5829" y="793"/>
                    <a:pt x="5986" y="1014"/>
                    <a:pt x="6049" y="1234"/>
                  </a:cubicBezTo>
                  <a:cubicBezTo>
                    <a:pt x="6049" y="1486"/>
                    <a:pt x="6238" y="1644"/>
                    <a:pt x="6459" y="1644"/>
                  </a:cubicBezTo>
                  <a:lnTo>
                    <a:pt x="8129" y="1644"/>
                  </a:lnTo>
                  <a:cubicBezTo>
                    <a:pt x="8349" y="1644"/>
                    <a:pt x="8507" y="1833"/>
                    <a:pt x="8570" y="2053"/>
                  </a:cubicBezTo>
                  <a:lnTo>
                    <a:pt x="8570" y="2494"/>
                  </a:lnTo>
                  <a:lnTo>
                    <a:pt x="2773" y="2494"/>
                  </a:lnTo>
                  <a:lnTo>
                    <a:pt x="2773" y="2116"/>
                  </a:lnTo>
                  <a:lnTo>
                    <a:pt x="2741" y="2116"/>
                  </a:lnTo>
                  <a:cubicBezTo>
                    <a:pt x="2741" y="1864"/>
                    <a:pt x="2930" y="1707"/>
                    <a:pt x="3119" y="1675"/>
                  </a:cubicBezTo>
                  <a:lnTo>
                    <a:pt x="4789" y="1675"/>
                  </a:lnTo>
                  <a:cubicBezTo>
                    <a:pt x="5010" y="1675"/>
                    <a:pt x="5167" y="1486"/>
                    <a:pt x="5167" y="1234"/>
                  </a:cubicBezTo>
                  <a:cubicBezTo>
                    <a:pt x="5167" y="1014"/>
                    <a:pt x="5356" y="856"/>
                    <a:pt x="5608" y="793"/>
                  </a:cubicBezTo>
                  <a:close/>
                  <a:moveTo>
                    <a:pt x="10177" y="2494"/>
                  </a:moveTo>
                  <a:lnTo>
                    <a:pt x="10177" y="11883"/>
                  </a:lnTo>
                  <a:lnTo>
                    <a:pt x="788" y="11883"/>
                  </a:lnTo>
                  <a:lnTo>
                    <a:pt x="788" y="2494"/>
                  </a:lnTo>
                  <a:lnTo>
                    <a:pt x="1891" y="2494"/>
                  </a:lnTo>
                  <a:lnTo>
                    <a:pt x="1891" y="2904"/>
                  </a:lnTo>
                  <a:cubicBezTo>
                    <a:pt x="1891" y="3125"/>
                    <a:pt x="2111" y="3314"/>
                    <a:pt x="2332" y="3314"/>
                  </a:cubicBezTo>
                  <a:lnTo>
                    <a:pt x="8948" y="3314"/>
                  </a:lnTo>
                  <a:cubicBezTo>
                    <a:pt x="9200" y="3314"/>
                    <a:pt x="9357" y="3125"/>
                    <a:pt x="9357" y="2904"/>
                  </a:cubicBezTo>
                  <a:lnTo>
                    <a:pt x="9357" y="2494"/>
                  </a:lnTo>
                  <a:lnTo>
                    <a:pt x="10177" y="2494"/>
                  </a:lnTo>
                  <a:close/>
                  <a:moveTo>
                    <a:pt x="5615" y="1"/>
                  </a:moveTo>
                  <a:cubicBezTo>
                    <a:pt x="5456" y="1"/>
                    <a:pt x="5293" y="33"/>
                    <a:pt x="5136" y="100"/>
                  </a:cubicBezTo>
                  <a:cubicBezTo>
                    <a:pt x="4821" y="226"/>
                    <a:pt x="4537" y="478"/>
                    <a:pt x="4474" y="856"/>
                  </a:cubicBezTo>
                  <a:lnTo>
                    <a:pt x="3151" y="856"/>
                  </a:lnTo>
                  <a:cubicBezTo>
                    <a:pt x="2647" y="856"/>
                    <a:pt x="2174" y="1203"/>
                    <a:pt x="1985" y="1675"/>
                  </a:cubicBezTo>
                  <a:lnTo>
                    <a:pt x="410" y="1675"/>
                  </a:lnTo>
                  <a:cubicBezTo>
                    <a:pt x="158" y="1675"/>
                    <a:pt x="0" y="1864"/>
                    <a:pt x="0" y="2116"/>
                  </a:cubicBezTo>
                  <a:lnTo>
                    <a:pt x="0" y="12292"/>
                  </a:lnTo>
                  <a:cubicBezTo>
                    <a:pt x="0" y="12544"/>
                    <a:pt x="221" y="12734"/>
                    <a:pt x="410" y="12734"/>
                  </a:cubicBezTo>
                  <a:lnTo>
                    <a:pt x="10618" y="12734"/>
                  </a:lnTo>
                  <a:cubicBezTo>
                    <a:pt x="10838" y="12734"/>
                    <a:pt x="11027" y="12544"/>
                    <a:pt x="11027" y="12292"/>
                  </a:cubicBezTo>
                  <a:lnTo>
                    <a:pt x="11027" y="2116"/>
                  </a:lnTo>
                  <a:cubicBezTo>
                    <a:pt x="10996" y="1864"/>
                    <a:pt x="10807" y="1675"/>
                    <a:pt x="10555" y="1675"/>
                  </a:cubicBezTo>
                  <a:lnTo>
                    <a:pt x="9263" y="1675"/>
                  </a:lnTo>
                  <a:cubicBezTo>
                    <a:pt x="9105" y="1203"/>
                    <a:pt x="8633" y="856"/>
                    <a:pt x="8097" y="856"/>
                  </a:cubicBezTo>
                  <a:lnTo>
                    <a:pt x="6774" y="856"/>
                  </a:lnTo>
                  <a:cubicBezTo>
                    <a:pt x="6606" y="328"/>
                    <a:pt x="6127" y="1"/>
                    <a:pt x="5615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" name="Google Shape;8694;p68"/>
          <p:cNvGrpSpPr/>
          <p:nvPr/>
        </p:nvGrpSpPr>
        <p:grpSpPr>
          <a:xfrm>
            <a:off x="556149" y="2419621"/>
            <a:ext cx="396931" cy="373147"/>
            <a:chOff x="-42804750" y="1949600"/>
            <a:chExt cx="337125" cy="316925"/>
          </a:xfrm>
        </p:grpSpPr>
        <p:sp>
          <p:nvSpPr>
            <p:cNvPr id="29" name="Google Shape;8695;p68"/>
            <p:cNvSpPr/>
            <p:nvPr/>
          </p:nvSpPr>
          <p:spPr>
            <a:xfrm>
              <a:off x="-42731500" y="2013125"/>
              <a:ext cx="189825" cy="189900"/>
            </a:xfrm>
            <a:custGeom>
              <a:avLst/>
              <a:gdLst/>
              <a:ahLst/>
              <a:cxnLst/>
              <a:rect l="l" t="t" r="r" b="b"/>
              <a:pathLst>
                <a:path w="7593" h="7596">
                  <a:moveTo>
                    <a:pt x="3781" y="805"/>
                  </a:moveTo>
                  <a:cubicBezTo>
                    <a:pt x="5419" y="805"/>
                    <a:pt x="6742" y="2128"/>
                    <a:pt x="6742" y="3767"/>
                  </a:cubicBezTo>
                  <a:cubicBezTo>
                    <a:pt x="6774" y="5405"/>
                    <a:pt x="5419" y="6760"/>
                    <a:pt x="3781" y="6760"/>
                  </a:cubicBezTo>
                  <a:cubicBezTo>
                    <a:pt x="2426" y="6760"/>
                    <a:pt x="1292" y="5878"/>
                    <a:pt x="946" y="4649"/>
                  </a:cubicBezTo>
                  <a:cubicBezTo>
                    <a:pt x="347" y="2727"/>
                    <a:pt x="1765" y="805"/>
                    <a:pt x="3781" y="805"/>
                  </a:cubicBezTo>
                  <a:close/>
                  <a:moveTo>
                    <a:pt x="3809" y="1"/>
                  </a:moveTo>
                  <a:cubicBezTo>
                    <a:pt x="3297" y="1"/>
                    <a:pt x="2785" y="105"/>
                    <a:pt x="2300" y="301"/>
                  </a:cubicBezTo>
                  <a:cubicBezTo>
                    <a:pt x="946" y="868"/>
                    <a:pt x="0" y="2223"/>
                    <a:pt x="0" y="3798"/>
                  </a:cubicBezTo>
                  <a:cubicBezTo>
                    <a:pt x="0" y="5058"/>
                    <a:pt x="630" y="6224"/>
                    <a:pt x="1670" y="6949"/>
                  </a:cubicBezTo>
                  <a:cubicBezTo>
                    <a:pt x="2333" y="7390"/>
                    <a:pt x="3060" y="7596"/>
                    <a:pt x="3776" y="7596"/>
                  </a:cubicBezTo>
                  <a:cubicBezTo>
                    <a:pt x="4286" y="7596"/>
                    <a:pt x="4790" y="7492"/>
                    <a:pt x="5262" y="7295"/>
                  </a:cubicBezTo>
                  <a:cubicBezTo>
                    <a:pt x="6648" y="6697"/>
                    <a:pt x="7593" y="5373"/>
                    <a:pt x="7593" y="3798"/>
                  </a:cubicBezTo>
                  <a:cubicBezTo>
                    <a:pt x="7593" y="2506"/>
                    <a:pt x="6931" y="1341"/>
                    <a:pt x="5892" y="648"/>
                  </a:cubicBezTo>
                  <a:cubicBezTo>
                    <a:pt x="5248" y="206"/>
                    <a:pt x="4528" y="1"/>
                    <a:pt x="3809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8696;p68"/>
            <p:cNvSpPr/>
            <p:nvPr/>
          </p:nvSpPr>
          <p:spPr>
            <a:xfrm>
              <a:off x="-42804750" y="1949600"/>
              <a:ext cx="337125" cy="316925"/>
            </a:xfrm>
            <a:custGeom>
              <a:avLst/>
              <a:gdLst/>
              <a:ahLst/>
              <a:cxnLst/>
              <a:rect l="l" t="t" r="r" b="b"/>
              <a:pathLst>
                <a:path w="13485" h="12677">
                  <a:moveTo>
                    <a:pt x="3306" y="817"/>
                  </a:moveTo>
                  <a:cubicBezTo>
                    <a:pt x="3769" y="817"/>
                    <a:pt x="4233" y="967"/>
                    <a:pt x="4600" y="1267"/>
                  </a:cubicBezTo>
                  <a:cubicBezTo>
                    <a:pt x="3277" y="1802"/>
                    <a:pt x="2174" y="2905"/>
                    <a:pt x="1607" y="4260"/>
                  </a:cubicBezTo>
                  <a:cubicBezTo>
                    <a:pt x="914" y="3283"/>
                    <a:pt x="1072" y="1897"/>
                    <a:pt x="2143" y="1172"/>
                  </a:cubicBezTo>
                  <a:cubicBezTo>
                    <a:pt x="2484" y="935"/>
                    <a:pt x="2895" y="817"/>
                    <a:pt x="3306" y="817"/>
                  </a:cubicBezTo>
                  <a:close/>
                  <a:moveTo>
                    <a:pt x="10101" y="823"/>
                  </a:moveTo>
                  <a:cubicBezTo>
                    <a:pt x="10771" y="823"/>
                    <a:pt x="11436" y="1137"/>
                    <a:pt x="11846" y="1771"/>
                  </a:cubicBezTo>
                  <a:cubicBezTo>
                    <a:pt x="12382" y="2527"/>
                    <a:pt x="12319" y="3535"/>
                    <a:pt x="11783" y="4260"/>
                  </a:cubicBezTo>
                  <a:cubicBezTo>
                    <a:pt x="11248" y="2905"/>
                    <a:pt x="10177" y="1802"/>
                    <a:pt x="8790" y="1267"/>
                  </a:cubicBezTo>
                  <a:cubicBezTo>
                    <a:pt x="9176" y="971"/>
                    <a:pt x="9640" y="823"/>
                    <a:pt x="10101" y="823"/>
                  </a:cubicBezTo>
                  <a:close/>
                  <a:moveTo>
                    <a:pt x="6662" y="1686"/>
                  </a:moveTo>
                  <a:cubicBezTo>
                    <a:pt x="7287" y="1686"/>
                    <a:pt x="7908" y="1809"/>
                    <a:pt x="8475" y="2055"/>
                  </a:cubicBezTo>
                  <a:cubicBezTo>
                    <a:pt x="10177" y="2748"/>
                    <a:pt x="11311" y="4417"/>
                    <a:pt x="11311" y="6339"/>
                  </a:cubicBezTo>
                  <a:cubicBezTo>
                    <a:pt x="11374" y="8891"/>
                    <a:pt x="9263" y="10970"/>
                    <a:pt x="6711" y="10970"/>
                  </a:cubicBezTo>
                  <a:cubicBezTo>
                    <a:pt x="4159" y="10970"/>
                    <a:pt x="2048" y="8891"/>
                    <a:pt x="2017" y="6339"/>
                  </a:cubicBezTo>
                  <a:cubicBezTo>
                    <a:pt x="2017" y="4764"/>
                    <a:pt x="2804" y="3346"/>
                    <a:pt x="4065" y="2464"/>
                  </a:cubicBezTo>
                  <a:cubicBezTo>
                    <a:pt x="4846" y="1943"/>
                    <a:pt x="5759" y="1686"/>
                    <a:pt x="6662" y="1686"/>
                  </a:cubicBezTo>
                  <a:close/>
                  <a:moveTo>
                    <a:pt x="3282" y="1"/>
                  </a:moveTo>
                  <a:cubicBezTo>
                    <a:pt x="2347" y="1"/>
                    <a:pt x="1411" y="437"/>
                    <a:pt x="820" y="1298"/>
                  </a:cubicBezTo>
                  <a:cubicBezTo>
                    <a:pt x="0" y="2496"/>
                    <a:pt x="189" y="4165"/>
                    <a:pt x="1292" y="5142"/>
                  </a:cubicBezTo>
                  <a:cubicBezTo>
                    <a:pt x="820" y="7316"/>
                    <a:pt x="1702" y="9553"/>
                    <a:pt x="3497" y="10844"/>
                  </a:cubicBezTo>
                  <a:lnTo>
                    <a:pt x="2867" y="12073"/>
                  </a:lnTo>
                  <a:cubicBezTo>
                    <a:pt x="2773" y="12262"/>
                    <a:pt x="2867" y="12514"/>
                    <a:pt x="3088" y="12640"/>
                  </a:cubicBezTo>
                  <a:cubicBezTo>
                    <a:pt x="3137" y="12665"/>
                    <a:pt x="3189" y="12677"/>
                    <a:pt x="3240" y="12677"/>
                  </a:cubicBezTo>
                  <a:cubicBezTo>
                    <a:pt x="3386" y="12677"/>
                    <a:pt x="3530" y="12582"/>
                    <a:pt x="3623" y="12420"/>
                  </a:cubicBezTo>
                  <a:lnTo>
                    <a:pt x="4222" y="11254"/>
                  </a:lnTo>
                  <a:cubicBezTo>
                    <a:pt x="4994" y="11632"/>
                    <a:pt x="5821" y="11821"/>
                    <a:pt x="6648" y="11821"/>
                  </a:cubicBezTo>
                  <a:cubicBezTo>
                    <a:pt x="7475" y="11821"/>
                    <a:pt x="8302" y="11632"/>
                    <a:pt x="9074" y="11254"/>
                  </a:cubicBezTo>
                  <a:lnTo>
                    <a:pt x="9641" y="12420"/>
                  </a:lnTo>
                  <a:cubicBezTo>
                    <a:pt x="9736" y="12587"/>
                    <a:pt x="9904" y="12663"/>
                    <a:pt x="10062" y="12663"/>
                  </a:cubicBezTo>
                  <a:cubicBezTo>
                    <a:pt x="10113" y="12663"/>
                    <a:pt x="10162" y="12655"/>
                    <a:pt x="10208" y="12640"/>
                  </a:cubicBezTo>
                  <a:cubicBezTo>
                    <a:pt x="10397" y="12514"/>
                    <a:pt x="10492" y="12262"/>
                    <a:pt x="10397" y="12073"/>
                  </a:cubicBezTo>
                  <a:lnTo>
                    <a:pt x="9767" y="10844"/>
                  </a:lnTo>
                  <a:cubicBezTo>
                    <a:pt x="11594" y="9584"/>
                    <a:pt x="12476" y="7347"/>
                    <a:pt x="11972" y="5142"/>
                  </a:cubicBezTo>
                  <a:cubicBezTo>
                    <a:pt x="13485" y="3882"/>
                    <a:pt x="13359" y="1582"/>
                    <a:pt x="11752" y="511"/>
                  </a:cubicBezTo>
                  <a:cubicBezTo>
                    <a:pt x="11243" y="171"/>
                    <a:pt x="10658" y="5"/>
                    <a:pt x="10078" y="5"/>
                  </a:cubicBezTo>
                  <a:cubicBezTo>
                    <a:pt x="9258" y="5"/>
                    <a:pt x="8449" y="338"/>
                    <a:pt x="7877" y="983"/>
                  </a:cubicBezTo>
                  <a:cubicBezTo>
                    <a:pt x="7483" y="905"/>
                    <a:pt x="7081" y="865"/>
                    <a:pt x="6679" y="865"/>
                  </a:cubicBezTo>
                  <a:cubicBezTo>
                    <a:pt x="6278" y="865"/>
                    <a:pt x="5876" y="905"/>
                    <a:pt x="5482" y="983"/>
                  </a:cubicBezTo>
                  <a:cubicBezTo>
                    <a:pt x="4898" y="326"/>
                    <a:pt x="4090" y="1"/>
                    <a:pt x="3282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8697;p68"/>
            <p:cNvSpPr/>
            <p:nvPr/>
          </p:nvSpPr>
          <p:spPr>
            <a:xfrm>
              <a:off x="-42644075" y="2060025"/>
              <a:ext cx="59100" cy="65400"/>
            </a:xfrm>
            <a:custGeom>
              <a:avLst/>
              <a:gdLst/>
              <a:ahLst/>
              <a:cxnLst/>
              <a:rect l="l" t="t" r="r" b="b"/>
              <a:pathLst>
                <a:path w="2364" h="2616">
                  <a:moveTo>
                    <a:pt x="442" y="0"/>
                  </a:moveTo>
                  <a:cubicBezTo>
                    <a:pt x="189" y="0"/>
                    <a:pt x="0" y="189"/>
                    <a:pt x="0" y="410"/>
                  </a:cubicBezTo>
                  <a:lnTo>
                    <a:pt x="0" y="2237"/>
                  </a:lnTo>
                  <a:cubicBezTo>
                    <a:pt x="0" y="2458"/>
                    <a:pt x="189" y="2615"/>
                    <a:pt x="442" y="2615"/>
                  </a:cubicBezTo>
                  <a:lnTo>
                    <a:pt x="1922" y="2615"/>
                  </a:lnTo>
                  <a:cubicBezTo>
                    <a:pt x="2174" y="2615"/>
                    <a:pt x="2363" y="2426"/>
                    <a:pt x="2363" y="2237"/>
                  </a:cubicBezTo>
                  <a:cubicBezTo>
                    <a:pt x="2363" y="1954"/>
                    <a:pt x="2174" y="1796"/>
                    <a:pt x="1922" y="1796"/>
                  </a:cubicBezTo>
                  <a:lnTo>
                    <a:pt x="820" y="1796"/>
                  </a:lnTo>
                  <a:lnTo>
                    <a:pt x="820" y="410"/>
                  </a:lnTo>
                  <a:cubicBezTo>
                    <a:pt x="820" y="189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" name="Google Shape;8766;p68"/>
          <p:cNvGrpSpPr/>
          <p:nvPr/>
        </p:nvGrpSpPr>
        <p:grpSpPr>
          <a:xfrm>
            <a:off x="563348" y="3522364"/>
            <a:ext cx="373736" cy="293055"/>
            <a:chOff x="-41694200" y="2382950"/>
            <a:chExt cx="317425" cy="248900"/>
          </a:xfrm>
        </p:grpSpPr>
        <p:sp>
          <p:nvSpPr>
            <p:cNvPr id="33" name="Google Shape;8767;p68"/>
            <p:cNvSpPr/>
            <p:nvPr/>
          </p:nvSpPr>
          <p:spPr>
            <a:xfrm>
              <a:off x="-41694200" y="2382950"/>
              <a:ext cx="317425" cy="248900"/>
            </a:xfrm>
            <a:custGeom>
              <a:avLst/>
              <a:gdLst/>
              <a:ahLst/>
              <a:cxnLst/>
              <a:rect l="l" t="t" r="r" b="b"/>
              <a:pathLst>
                <a:path w="12697" h="9956">
                  <a:moveTo>
                    <a:pt x="10555" y="851"/>
                  </a:moveTo>
                  <a:cubicBezTo>
                    <a:pt x="10807" y="851"/>
                    <a:pt x="10964" y="1040"/>
                    <a:pt x="10964" y="1292"/>
                  </a:cubicBezTo>
                  <a:lnTo>
                    <a:pt x="10964" y="7499"/>
                  </a:lnTo>
                  <a:lnTo>
                    <a:pt x="1576" y="7499"/>
                  </a:lnTo>
                  <a:lnTo>
                    <a:pt x="1576" y="1292"/>
                  </a:lnTo>
                  <a:lnTo>
                    <a:pt x="1607" y="1292"/>
                  </a:lnTo>
                  <a:cubicBezTo>
                    <a:pt x="1607" y="1040"/>
                    <a:pt x="1828" y="882"/>
                    <a:pt x="2017" y="851"/>
                  </a:cubicBezTo>
                  <a:lnTo>
                    <a:pt x="10555" y="851"/>
                  </a:lnTo>
                  <a:close/>
                  <a:moveTo>
                    <a:pt x="8507" y="8286"/>
                  </a:moveTo>
                  <a:lnTo>
                    <a:pt x="8507" y="8727"/>
                  </a:lnTo>
                  <a:cubicBezTo>
                    <a:pt x="8507" y="8918"/>
                    <a:pt x="8633" y="9073"/>
                    <a:pt x="8777" y="9137"/>
                  </a:cubicBezTo>
                  <a:lnTo>
                    <a:pt x="1198" y="9137"/>
                  </a:lnTo>
                  <a:cubicBezTo>
                    <a:pt x="1009" y="9137"/>
                    <a:pt x="851" y="9011"/>
                    <a:pt x="788" y="8853"/>
                  </a:cubicBezTo>
                  <a:cubicBezTo>
                    <a:pt x="757" y="8759"/>
                    <a:pt x="788" y="8759"/>
                    <a:pt x="788" y="8286"/>
                  </a:cubicBezTo>
                  <a:lnTo>
                    <a:pt x="8507" y="8286"/>
                  </a:lnTo>
                  <a:close/>
                  <a:moveTo>
                    <a:pt x="10145" y="8286"/>
                  </a:moveTo>
                  <a:lnTo>
                    <a:pt x="10145" y="8727"/>
                  </a:lnTo>
                  <a:cubicBezTo>
                    <a:pt x="10145" y="8918"/>
                    <a:pt x="10254" y="9073"/>
                    <a:pt x="10402" y="9137"/>
                  </a:cubicBezTo>
                  <a:lnTo>
                    <a:pt x="9051" y="9137"/>
                  </a:lnTo>
                  <a:cubicBezTo>
                    <a:pt x="9186" y="9073"/>
                    <a:pt x="9294" y="8918"/>
                    <a:pt x="9294" y="8727"/>
                  </a:cubicBezTo>
                  <a:lnTo>
                    <a:pt x="9294" y="8286"/>
                  </a:lnTo>
                  <a:lnTo>
                    <a:pt x="10145" y="8286"/>
                  </a:lnTo>
                  <a:close/>
                  <a:moveTo>
                    <a:pt x="11783" y="8286"/>
                  </a:moveTo>
                  <a:lnTo>
                    <a:pt x="11783" y="8727"/>
                  </a:lnTo>
                  <a:cubicBezTo>
                    <a:pt x="11815" y="8979"/>
                    <a:pt x="11626" y="9137"/>
                    <a:pt x="11374" y="9137"/>
                  </a:cubicBezTo>
                  <a:lnTo>
                    <a:pt x="10720" y="9137"/>
                  </a:lnTo>
                  <a:cubicBezTo>
                    <a:pt x="10874" y="9073"/>
                    <a:pt x="10964" y="8918"/>
                    <a:pt x="10964" y="8727"/>
                  </a:cubicBezTo>
                  <a:lnTo>
                    <a:pt x="10964" y="8286"/>
                  </a:lnTo>
                  <a:lnTo>
                    <a:pt x="11783" y="8286"/>
                  </a:lnTo>
                  <a:close/>
                  <a:moveTo>
                    <a:pt x="2048" y="0"/>
                  </a:moveTo>
                  <a:cubicBezTo>
                    <a:pt x="1387" y="0"/>
                    <a:pt x="788" y="536"/>
                    <a:pt x="820" y="1261"/>
                  </a:cubicBezTo>
                  <a:lnTo>
                    <a:pt x="820" y="7467"/>
                  </a:lnTo>
                  <a:lnTo>
                    <a:pt x="347" y="7467"/>
                  </a:lnTo>
                  <a:cubicBezTo>
                    <a:pt x="158" y="7467"/>
                    <a:pt x="0" y="7625"/>
                    <a:pt x="0" y="7814"/>
                  </a:cubicBezTo>
                  <a:lnTo>
                    <a:pt x="0" y="8696"/>
                  </a:lnTo>
                  <a:cubicBezTo>
                    <a:pt x="0" y="9357"/>
                    <a:pt x="568" y="9956"/>
                    <a:pt x="1229" y="9956"/>
                  </a:cubicBezTo>
                  <a:lnTo>
                    <a:pt x="11437" y="9956"/>
                  </a:lnTo>
                  <a:cubicBezTo>
                    <a:pt x="12098" y="9956"/>
                    <a:pt x="12697" y="9389"/>
                    <a:pt x="12697" y="8696"/>
                  </a:cubicBezTo>
                  <a:lnTo>
                    <a:pt x="12697" y="7877"/>
                  </a:lnTo>
                  <a:cubicBezTo>
                    <a:pt x="12634" y="7656"/>
                    <a:pt x="12445" y="7467"/>
                    <a:pt x="12224" y="7467"/>
                  </a:cubicBezTo>
                  <a:lnTo>
                    <a:pt x="11815" y="7467"/>
                  </a:lnTo>
                  <a:lnTo>
                    <a:pt x="11815" y="1261"/>
                  </a:lnTo>
                  <a:cubicBezTo>
                    <a:pt x="11815" y="567"/>
                    <a:pt x="11279" y="0"/>
                    <a:pt x="10586" y="0"/>
                  </a:cubicBezTo>
                  <a:lnTo>
                    <a:pt x="2048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8768;p68"/>
            <p:cNvSpPr/>
            <p:nvPr/>
          </p:nvSpPr>
          <p:spPr>
            <a:xfrm>
              <a:off x="-41586600" y="2425550"/>
              <a:ext cx="107450" cy="102925"/>
            </a:xfrm>
            <a:custGeom>
              <a:avLst/>
              <a:gdLst/>
              <a:ahLst/>
              <a:cxnLst/>
              <a:rect l="l" t="t" r="r" b="b"/>
              <a:pathLst>
                <a:path w="4298" h="4117">
                  <a:moveTo>
                    <a:pt x="1147" y="1037"/>
                  </a:moveTo>
                  <a:lnTo>
                    <a:pt x="2218" y="1384"/>
                  </a:lnTo>
                  <a:lnTo>
                    <a:pt x="1493" y="2108"/>
                  </a:lnTo>
                  <a:lnTo>
                    <a:pt x="1147" y="1037"/>
                  </a:lnTo>
                  <a:close/>
                  <a:moveTo>
                    <a:pt x="466" y="1"/>
                  </a:moveTo>
                  <a:cubicBezTo>
                    <a:pt x="209" y="1"/>
                    <a:pt x="1" y="267"/>
                    <a:pt x="107" y="533"/>
                  </a:cubicBezTo>
                  <a:lnTo>
                    <a:pt x="926" y="3022"/>
                  </a:lnTo>
                  <a:cubicBezTo>
                    <a:pt x="987" y="3184"/>
                    <a:pt x="1164" y="3293"/>
                    <a:pt x="1341" y="3293"/>
                  </a:cubicBezTo>
                  <a:cubicBezTo>
                    <a:pt x="1441" y="3293"/>
                    <a:pt x="1540" y="3259"/>
                    <a:pt x="1619" y="3180"/>
                  </a:cubicBezTo>
                  <a:lnTo>
                    <a:pt x="2155" y="2613"/>
                  </a:lnTo>
                  <a:lnTo>
                    <a:pt x="3541" y="3999"/>
                  </a:lnTo>
                  <a:cubicBezTo>
                    <a:pt x="3620" y="4077"/>
                    <a:pt x="3730" y="4117"/>
                    <a:pt x="3840" y="4117"/>
                  </a:cubicBezTo>
                  <a:cubicBezTo>
                    <a:pt x="3951" y="4117"/>
                    <a:pt x="4061" y="4077"/>
                    <a:pt x="4140" y="3999"/>
                  </a:cubicBezTo>
                  <a:cubicBezTo>
                    <a:pt x="4297" y="3841"/>
                    <a:pt x="4297" y="3558"/>
                    <a:pt x="4140" y="3400"/>
                  </a:cubicBezTo>
                  <a:lnTo>
                    <a:pt x="2722" y="2077"/>
                  </a:lnTo>
                  <a:lnTo>
                    <a:pt x="3258" y="1510"/>
                  </a:lnTo>
                  <a:cubicBezTo>
                    <a:pt x="3510" y="1289"/>
                    <a:pt x="3384" y="911"/>
                    <a:pt x="3100" y="848"/>
                  </a:cubicBezTo>
                  <a:lnTo>
                    <a:pt x="611" y="29"/>
                  </a:lnTo>
                  <a:cubicBezTo>
                    <a:pt x="562" y="10"/>
                    <a:pt x="514" y="1"/>
                    <a:pt x="466" y="1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" name="Google Shape;9092;p69"/>
          <p:cNvGrpSpPr/>
          <p:nvPr/>
        </p:nvGrpSpPr>
        <p:grpSpPr>
          <a:xfrm>
            <a:off x="583862" y="3974254"/>
            <a:ext cx="366269" cy="368096"/>
            <a:chOff x="-62150375" y="2664925"/>
            <a:chExt cx="316650" cy="318225"/>
          </a:xfrm>
        </p:grpSpPr>
        <p:sp>
          <p:nvSpPr>
            <p:cNvPr id="36" name="Google Shape;9093;p69"/>
            <p:cNvSpPr/>
            <p:nvPr/>
          </p:nvSpPr>
          <p:spPr>
            <a:xfrm>
              <a:off x="-62150375" y="2961850"/>
              <a:ext cx="316650" cy="21300"/>
            </a:xfrm>
            <a:custGeom>
              <a:avLst/>
              <a:gdLst/>
              <a:ahLst/>
              <a:cxnLst/>
              <a:rect l="l" t="t" r="r" b="b"/>
              <a:pathLst>
                <a:path w="12666" h="852">
                  <a:moveTo>
                    <a:pt x="379" y="0"/>
                  </a:moveTo>
                  <a:cubicBezTo>
                    <a:pt x="158" y="0"/>
                    <a:pt x="1" y="189"/>
                    <a:pt x="1" y="410"/>
                  </a:cubicBezTo>
                  <a:cubicBezTo>
                    <a:pt x="1" y="662"/>
                    <a:pt x="190" y="851"/>
                    <a:pt x="379" y="851"/>
                  </a:cubicBezTo>
                  <a:lnTo>
                    <a:pt x="12225" y="851"/>
                  </a:lnTo>
                  <a:cubicBezTo>
                    <a:pt x="12477" y="851"/>
                    <a:pt x="12634" y="662"/>
                    <a:pt x="12634" y="410"/>
                  </a:cubicBezTo>
                  <a:cubicBezTo>
                    <a:pt x="12666" y="158"/>
                    <a:pt x="12477" y="0"/>
                    <a:pt x="12225" y="0"/>
                  </a:cubicBezTo>
                  <a:lnTo>
                    <a:pt x="379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094;p69"/>
            <p:cNvSpPr/>
            <p:nvPr/>
          </p:nvSpPr>
          <p:spPr>
            <a:xfrm>
              <a:off x="-62150375" y="2838200"/>
              <a:ext cx="82725" cy="102400"/>
            </a:xfrm>
            <a:custGeom>
              <a:avLst/>
              <a:gdLst/>
              <a:ahLst/>
              <a:cxnLst/>
              <a:rect l="l" t="t" r="r" b="b"/>
              <a:pathLst>
                <a:path w="3309" h="4096">
                  <a:moveTo>
                    <a:pt x="2363" y="756"/>
                  </a:moveTo>
                  <a:cubicBezTo>
                    <a:pt x="2427" y="756"/>
                    <a:pt x="2521" y="851"/>
                    <a:pt x="2521" y="914"/>
                  </a:cubicBezTo>
                  <a:lnTo>
                    <a:pt x="2521" y="3119"/>
                  </a:lnTo>
                  <a:cubicBezTo>
                    <a:pt x="2521" y="3214"/>
                    <a:pt x="2427" y="3245"/>
                    <a:pt x="2363" y="3245"/>
                  </a:cubicBezTo>
                  <a:lnTo>
                    <a:pt x="977" y="3245"/>
                  </a:lnTo>
                  <a:cubicBezTo>
                    <a:pt x="883" y="3245"/>
                    <a:pt x="820" y="3151"/>
                    <a:pt x="820" y="3119"/>
                  </a:cubicBezTo>
                  <a:lnTo>
                    <a:pt x="820" y="914"/>
                  </a:lnTo>
                  <a:cubicBezTo>
                    <a:pt x="820" y="851"/>
                    <a:pt x="883" y="756"/>
                    <a:pt x="977" y="756"/>
                  </a:cubicBezTo>
                  <a:lnTo>
                    <a:pt x="2363" y="756"/>
                  </a:lnTo>
                  <a:close/>
                  <a:moveTo>
                    <a:pt x="946" y="0"/>
                  </a:moveTo>
                  <a:cubicBezTo>
                    <a:pt x="379" y="0"/>
                    <a:pt x="1" y="441"/>
                    <a:pt x="1" y="945"/>
                  </a:cubicBezTo>
                  <a:lnTo>
                    <a:pt x="1" y="3151"/>
                  </a:lnTo>
                  <a:cubicBezTo>
                    <a:pt x="1" y="3686"/>
                    <a:pt x="410" y="4096"/>
                    <a:pt x="946" y="4096"/>
                  </a:cubicBezTo>
                  <a:lnTo>
                    <a:pt x="2300" y="4096"/>
                  </a:lnTo>
                  <a:cubicBezTo>
                    <a:pt x="2868" y="4096"/>
                    <a:pt x="3309" y="3686"/>
                    <a:pt x="3309" y="3151"/>
                  </a:cubicBezTo>
                  <a:lnTo>
                    <a:pt x="3309" y="945"/>
                  </a:lnTo>
                  <a:cubicBezTo>
                    <a:pt x="3309" y="410"/>
                    <a:pt x="2868" y="0"/>
                    <a:pt x="2300" y="0"/>
                  </a:cubicBezTo>
                  <a:lnTo>
                    <a:pt x="946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095;p69"/>
            <p:cNvSpPr/>
            <p:nvPr/>
          </p:nvSpPr>
          <p:spPr>
            <a:xfrm>
              <a:off x="-62033800" y="2664925"/>
              <a:ext cx="82725" cy="274900"/>
            </a:xfrm>
            <a:custGeom>
              <a:avLst/>
              <a:gdLst/>
              <a:ahLst/>
              <a:cxnLst/>
              <a:rect l="l" t="t" r="r" b="b"/>
              <a:pathLst>
                <a:path w="3309" h="10996">
                  <a:moveTo>
                    <a:pt x="2332" y="788"/>
                  </a:moveTo>
                  <a:cubicBezTo>
                    <a:pt x="2426" y="851"/>
                    <a:pt x="2489" y="882"/>
                    <a:pt x="2489" y="945"/>
                  </a:cubicBezTo>
                  <a:lnTo>
                    <a:pt x="2489" y="10050"/>
                  </a:lnTo>
                  <a:cubicBezTo>
                    <a:pt x="2489" y="10145"/>
                    <a:pt x="2426" y="10176"/>
                    <a:pt x="2332" y="10176"/>
                  </a:cubicBezTo>
                  <a:lnTo>
                    <a:pt x="946" y="10176"/>
                  </a:lnTo>
                  <a:cubicBezTo>
                    <a:pt x="882" y="10176"/>
                    <a:pt x="851" y="10082"/>
                    <a:pt x="851" y="10050"/>
                  </a:cubicBezTo>
                  <a:lnTo>
                    <a:pt x="851" y="945"/>
                  </a:lnTo>
                  <a:cubicBezTo>
                    <a:pt x="851" y="882"/>
                    <a:pt x="914" y="788"/>
                    <a:pt x="946" y="788"/>
                  </a:cubicBezTo>
                  <a:lnTo>
                    <a:pt x="2332" y="788"/>
                  </a:lnTo>
                  <a:close/>
                  <a:moveTo>
                    <a:pt x="946" y="0"/>
                  </a:moveTo>
                  <a:cubicBezTo>
                    <a:pt x="410" y="0"/>
                    <a:pt x="0" y="441"/>
                    <a:pt x="0" y="945"/>
                  </a:cubicBezTo>
                  <a:lnTo>
                    <a:pt x="0" y="10050"/>
                  </a:lnTo>
                  <a:cubicBezTo>
                    <a:pt x="0" y="10617"/>
                    <a:pt x="441" y="10995"/>
                    <a:pt x="946" y="10995"/>
                  </a:cubicBezTo>
                  <a:lnTo>
                    <a:pt x="2332" y="10995"/>
                  </a:lnTo>
                  <a:cubicBezTo>
                    <a:pt x="2899" y="10995"/>
                    <a:pt x="3308" y="10554"/>
                    <a:pt x="3308" y="10050"/>
                  </a:cubicBezTo>
                  <a:lnTo>
                    <a:pt x="3308" y="945"/>
                  </a:lnTo>
                  <a:cubicBezTo>
                    <a:pt x="3308" y="410"/>
                    <a:pt x="2899" y="0"/>
                    <a:pt x="2332" y="0"/>
                  </a:cubicBezTo>
                  <a:lnTo>
                    <a:pt x="946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096;p69"/>
            <p:cNvSpPr/>
            <p:nvPr/>
          </p:nvSpPr>
          <p:spPr>
            <a:xfrm>
              <a:off x="-61917225" y="2754700"/>
              <a:ext cx="83500" cy="185900"/>
            </a:xfrm>
            <a:custGeom>
              <a:avLst/>
              <a:gdLst/>
              <a:ahLst/>
              <a:cxnLst/>
              <a:rect l="l" t="t" r="r" b="b"/>
              <a:pathLst>
                <a:path w="3340" h="7436">
                  <a:moveTo>
                    <a:pt x="2394" y="788"/>
                  </a:moveTo>
                  <a:cubicBezTo>
                    <a:pt x="2489" y="788"/>
                    <a:pt x="2520" y="883"/>
                    <a:pt x="2520" y="946"/>
                  </a:cubicBezTo>
                  <a:lnTo>
                    <a:pt x="2520" y="6459"/>
                  </a:lnTo>
                  <a:cubicBezTo>
                    <a:pt x="2520" y="6554"/>
                    <a:pt x="2426" y="6585"/>
                    <a:pt x="2394" y="6585"/>
                  </a:cubicBezTo>
                  <a:lnTo>
                    <a:pt x="1008" y="6585"/>
                  </a:lnTo>
                  <a:cubicBezTo>
                    <a:pt x="945" y="6585"/>
                    <a:pt x="851" y="6491"/>
                    <a:pt x="851" y="6459"/>
                  </a:cubicBezTo>
                  <a:lnTo>
                    <a:pt x="851" y="946"/>
                  </a:lnTo>
                  <a:cubicBezTo>
                    <a:pt x="851" y="883"/>
                    <a:pt x="945" y="788"/>
                    <a:pt x="1008" y="788"/>
                  </a:cubicBezTo>
                  <a:lnTo>
                    <a:pt x="2394" y="788"/>
                  </a:lnTo>
                  <a:close/>
                  <a:moveTo>
                    <a:pt x="977" y="1"/>
                  </a:moveTo>
                  <a:cubicBezTo>
                    <a:pt x="441" y="1"/>
                    <a:pt x="0" y="442"/>
                    <a:pt x="0" y="977"/>
                  </a:cubicBezTo>
                  <a:lnTo>
                    <a:pt x="0" y="6491"/>
                  </a:lnTo>
                  <a:cubicBezTo>
                    <a:pt x="0" y="7058"/>
                    <a:pt x="441" y="7436"/>
                    <a:pt x="977" y="7436"/>
                  </a:cubicBezTo>
                  <a:lnTo>
                    <a:pt x="2363" y="7436"/>
                  </a:lnTo>
                  <a:cubicBezTo>
                    <a:pt x="2899" y="7436"/>
                    <a:pt x="3308" y="7026"/>
                    <a:pt x="3308" y="6491"/>
                  </a:cubicBezTo>
                  <a:lnTo>
                    <a:pt x="3308" y="977"/>
                  </a:lnTo>
                  <a:cubicBezTo>
                    <a:pt x="3340" y="442"/>
                    <a:pt x="2899" y="1"/>
                    <a:pt x="2363" y="1"/>
                  </a:cubicBezTo>
                  <a:lnTo>
                    <a:pt x="977" y="1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8399;p67"/>
          <p:cNvGrpSpPr/>
          <p:nvPr/>
        </p:nvGrpSpPr>
        <p:grpSpPr>
          <a:xfrm>
            <a:off x="575244" y="1352795"/>
            <a:ext cx="340168" cy="340168"/>
            <a:chOff x="5648375" y="238125"/>
            <a:chExt cx="483125" cy="483125"/>
          </a:xfrm>
        </p:grpSpPr>
        <p:sp>
          <p:nvSpPr>
            <p:cNvPr id="41" name="Google Shape;8400;p67"/>
            <p:cNvSpPr/>
            <p:nvPr/>
          </p:nvSpPr>
          <p:spPr>
            <a:xfrm>
              <a:off x="5648375" y="238125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>
                  <a:moveTo>
                    <a:pt x="4001" y="1132"/>
                  </a:moveTo>
                  <a:cubicBezTo>
                    <a:pt x="4315" y="1132"/>
                    <a:pt x="4569" y="1386"/>
                    <a:pt x="4569" y="1700"/>
                  </a:cubicBezTo>
                  <a:lnTo>
                    <a:pt x="4569" y="3965"/>
                  </a:lnTo>
                  <a:cubicBezTo>
                    <a:pt x="4569" y="4276"/>
                    <a:pt x="4315" y="4529"/>
                    <a:pt x="4001" y="4529"/>
                  </a:cubicBezTo>
                  <a:cubicBezTo>
                    <a:pt x="3687" y="4529"/>
                    <a:pt x="3436" y="4276"/>
                    <a:pt x="3436" y="3965"/>
                  </a:cubicBezTo>
                  <a:lnTo>
                    <a:pt x="3436" y="1700"/>
                  </a:lnTo>
                  <a:cubicBezTo>
                    <a:pt x="3436" y="1386"/>
                    <a:pt x="3687" y="1132"/>
                    <a:pt x="4001" y="1132"/>
                  </a:cubicBezTo>
                  <a:close/>
                  <a:moveTo>
                    <a:pt x="9662" y="1132"/>
                  </a:moveTo>
                  <a:cubicBezTo>
                    <a:pt x="9976" y="1132"/>
                    <a:pt x="10230" y="1386"/>
                    <a:pt x="10230" y="1700"/>
                  </a:cubicBezTo>
                  <a:lnTo>
                    <a:pt x="10230" y="3965"/>
                  </a:lnTo>
                  <a:cubicBezTo>
                    <a:pt x="10230" y="4276"/>
                    <a:pt x="9976" y="4529"/>
                    <a:pt x="9662" y="4529"/>
                  </a:cubicBezTo>
                  <a:cubicBezTo>
                    <a:pt x="9348" y="4529"/>
                    <a:pt x="9098" y="4276"/>
                    <a:pt x="9098" y="3965"/>
                  </a:cubicBezTo>
                  <a:lnTo>
                    <a:pt x="9098" y="1700"/>
                  </a:lnTo>
                  <a:cubicBezTo>
                    <a:pt x="9098" y="1386"/>
                    <a:pt x="9348" y="1132"/>
                    <a:pt x="9662" y="1132"/>
                  </a:cubicBezTo>
                  <a:close/>
                  <a:moveTo>
                    <a:pt x="15324" y="1132"/>
                  </a:moveTo>
                  <a:cubicBezTo>
                    <a:pt x="15638" y="1132"/>
                    <a:pt x="15891" y="1386"/>
                    <a:pt x="15891" y="1700"/>
                  </a:cubicBezTo>
                  <a:lnTo>
                    <a:pt x="15891" y="3965"/>
                  </a:lnTo>
                  <a:cubicBezTo>
                    <a:pt x="15891" y="4276"/>
                    <a:pt x="15638" y="4529"/>
                    <a:pt x="15324" y="4529"/>
                  </a:cubicBezTo>
                  <a:cubicBezTo>
                    <a:pt x="15010" y="4529"/>
                    <a:pt x="14759" y="4276"/>
                    <a:pt x="14759" y="3965"/>
                  </a:cubicBezTo>
                  <a:lnTo>
                    <a:pt x="14759" y="1700"/>
                  </a:lnTo>
                  <a:cubicBezTo>
                    <a:pt x="14759" y="1386"/>
                    <a:pt x="15010" y="1132"/>
                    <a:pt x="15324" y="1132"/>
                  </a:cubicBezTo>
                  <a:close/>
                  <a:moveTo>
                    <a:pt x="17628" y="3397"/>
                  </a:moveTo>
                  <a:cubicBezTo>
                    <a:pt x="17939" y="3397"/>
                    <a:pt x="18192" y="3651"/>
                    <a:pt x="18192" y="3965"/>
                  </a:cubicBezTo>
                  <a:lnTo>
                    <a:pt x="18192" y="6833"/>
                  </a:lnTo>
                  <a:lnTo>
                    <a:pt x="1132" y="6833"/>
                  </a:lnTo>
                  <a:lnTo>
                    <a:pt x="1132" y="3965"/>
                  </a:lnTo>
                  <a:cubicBezTo>
                    <a:pt x="1132" y="3651"/>
                    <a:pt x="1386" y="3397"/>
                    <a:pt x="1700" y="3397"/>
                  </a:cubicBezTo>
                  <a:lnTo>
                    <a:pt x="2304" y="3397"/>
                  </a:lnTo>
                  <a:lnTo>
                    <a:pt x="2304" y="3965"/>
                  </a:lnTo>
                  <a:cubicBezTo>
                    <a:pt x="2304" y="4901"/>
                    <a:pt x="3062" y="5661"/>
                    <a:pt x="4001" y="5661"/>
                  </a:cubicBezTo>
                  <a:cubicBezTo>
                    <a:pt x="4940" y="5661"/>
                    <a:pt x="5701" y="4901"/>
                    <a:pt x="5701" y="3965"/>
                  </a:cubicBezTo>
                  <a:lnTo>
                    <a:pt x="5701" y="3397"/>
                  </a:lnTo>
                  <a:lnTo>
                    <a:pt x="7965" y="3397"/>
                  </a:lnTo>
                  <a:lnTo>
                    <a:pt x="7965" y="3965"/>
                  </a:lnTo>
                  <a:cubicBezTo>
                    <a:pt x="7965" y="4901"/>
                    <a:pt x="8723" y="5661"/>
                    <a:pt x="9662" y="5661"/>
                  </a:cubicBezTo>
                  <a:cubicBezTo>
                    <a:pt x="10601" y="5661"/>
                    <a:pt x="11362" y="4901"/>
                    <a:pt x="11362" y="3965"/>
                  </a:cubicBezTo>
                  <a:lnTo>
                    <a:pt x="11362" y="3397"/>
                  </a:lnTo>
                  <a:lnTo>
                    <a:pt x="13627" y="3397"/>
                  </a:lnTo>
                  <a:lnTo>
                    <a:pt x="13627" y="3965"/>
                  </a:lnTo>
                  <a:cubicBezTo>
                    <a:pt x="13627" y="4901"/>
                    <a:pt x="14385" y="5661"/>
                    <a:pt x="15324" y="5661"/>
                  </a:cubicBezTo>
                  <a:cubicBezTo>
                    <a:pt x="16263" y="5661"/>
                    <a:pt x="17024" y="4901"/>
                    <a:pt x="17024" y="3965"/>
                  </a:cubicBezTo>
                  <a:lnTo>
                    <a:pt x="17024" y="3397"/>
                  </a:lnTo>
                  <a:lnTo>
                    <a:pt x="17628" y="3397"/>
                  </a:lnTo>
                  <a:close/>
                  <a:moveTo>
                    <a:pt x="18192" y="7965"/>
                  </a:moveTo>
                  <a:lnTo>
                    <a:pt x="18192" y="17628"/>
                  </a:lnTo>
                  <a:cubicBezTo>
                    <a:pt x="18192" y="17939"/>
                    <a:pt x="17939" y="18192"/>
                    <a:pt x="17628" y="18192"/>
                  </a:cubicBezTo>
                  <a:lnTo>
                    <a:pt x="1700" y="18192"/>
                  </a:lnTo>
                  <a:cubicBezTo>
                    <a:pt x="1386" y="18192"/>
                    <a:pt x="1132" y="17939"/>
                    <a:pt x="1132" y="17628"/>
                  </a:cubicBezTo>
                  <a:lnTo>
                    <a:pt x="1132" y="7965"/>
                  </a:lnTo>
                  <a:lnTo>
                    <a:pt x="18192" y="7965"/>
                  </a:lnTo>
                  <a:close/>
                  <a:moveTo>
                    <a:pt x="4001" y="0"/>
                  </a:moveTo>
                  <a:cubicBezTo>
                    <a:pt x="3062" y="0"/>
                    <a:pt x="2304" y="761"/>
                    <a:pt x="2304" y="1700"/>
                  </a:cubicBezTo>
                  <a:lnTo>
                    <a:pt x="2304" y="2265"/>
                  </a:lnTo>
                  <a:lnTo>
                    <a:pt x="1700" y="2265"/>
                  </a:lnTo>
                  <a:cubicBezTo>
                    <a:pt x="761" y="2265"/>
                    <a:pt x="0" y="3025"/>
                    <a:pt x="0" y="3965"/>
                  </a:cubicBezTo>
                  <a:lnTo>
                    <a:pt x="0" y="17628"/>
                  </a:lnTo>
                  <a:cubicBezTo>
                    <a:pt x="0" y="18564"/>
                    <a:pt x="761" y="19324"/>
                    <a:pt x="1700" y="19324"/>
                  </a:cubicBezTo>
                  <a:lnTo>
                    <a:pt x="17628" y="19324"/>
                  </a:lnTo>
                  <a:cubicBezTo>
                    <a:pt x="18564" y="19324"/>
                    <a:pt x="19325" y="18564"/>
                    <a:pt x="19325" y="17628"/>
                  </a:cubicBezTo>
                  <a:lnTo>
                    <a:pt x="19325" y="3965"/>
                  </a:lnTo>
                  <a:cubicBezTo>
                    <a:pt x="19325" y="3025"/>
                    <a:pt x="18564" y="2265"/>
                    <a:pt x="17628" y="2265"/>
                  </a:cubicBezTo>
                  <a:lnTo>
                    <a:pt x="17024" y="2265"/>
                  </a:lnTo>
                  <a:lnTo>
                    <a:pt x="17024" y="1700"/>
                  </a:lnTo>
                  <a:cubicBezTo>
                    <a:pt x="17024" y="761"/>
                    <a:pt x="16263" y="0"/>
                    <a:pt x="15324" y="0"/>
                  </a:cubicBezTo>
                  <a:cubicBezTo>
                    <a:pt x="14385" y="0"/>
                    <a:pt x="13627" y="761"/>
                    <a:pt x="13627" y="1700"/>
                  </a:cubicBezTo>
                  <a:lnTo>
                    <a:pt x="13627" y="2265"/>
                  </a:lnTo>
                  <a:lnTo>
                    <a:pt x="11362" y="2265"/>
                  </a:lnTo>
                  <a:lnTo>
                    <a:pt x="11362" y="1700"/>
                  </a:lnTo>
                  <a:cubicBezTo>
                    <a:pt x="11362" y="761"/>
                    <a:pt x="10601" y="0"/>
                    <a:pt x="9662" y="0"/>
                  </a:cubicBezTo>
                  <a:cubicBezTo>
                    <a:pt x="8723" y="0"/>
                    <a:pt x="7965" y="761"/>
                    <a:pt x="7965" y="1700"/>
                  </a:cubicBezTo>
                  <a:lnTo>
                    <a:pt x="7965" y="2265"/>
                  </a:lnTo>
                  <a:lnTo>
                    <a:pt x="5701" y="2265"/>
                  </a:lnTo>
                  <a:lnTo>
                    <a:pt x="5701" y="1700"/>
                  </a:lnTo>
                  <a:cubicBezTo>
                    <a:pt x="5701" y="761"/>
                    <a:pt x="4940" y="0"/>
                    <a:pt x="4001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8401;p67"/>
            <p:cNvSpPr/>
            <p:nvPr/>
          </p:nvSpPr>
          <p:spPr>
            <a:xfrm>
              <a:off x="5705950" y="465550"/>
              <a:ext cx="84875" cy="28325"/>
            </a:xfrm>
            <a:custGeom>
              <a:avLst/>
              <a:gdLst/>
              <a:ahLst/>
              <a:cxnLst/>
              <a:rect l="l" t="t" r="r" b="b"/>
              <a:pathLst>
                <a:path w="3395" h="1133">
                  <a:moveTo>
                    <a:pt x="566" y="1"/>
                  </a:moveTo>
                  <a:cubicBezTo>
                    <a:pt x="252" y="1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1"/>
                    <a:pt x="2830" y="1"/>
                  </a:cubicBezTo>
                  <a:lnTo>
                    <a:pt x="566" y="1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8402;p67"/>
            <p:cNvSpPr/>
            <p:nvPr/>
          </p:nvSpPr>
          <p:spPr>
            <a:xfrm>
              <a:off x="5847500" y="465550"/>
              <a:ext cx="84875" cy="28325"/>
            </a:xfrm>
            <a:custGeom>
              <a:avLst/>
              <a:gdLst/>
              <a:ahLst/>
              <a:cxnLst/>
              <a:rect l="l" t="t" r="r" b="b"/>
              <a:pathLst>
                <a:path w="3395" h="1133"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5"/>
                  </a:cubicBezTo>
                  <a:cubicBezTo>
                    <a:pt x="3394" y="251"/>
                    <a:pt x="3144" y="1"/>
                    <a:pt x="2830" y="1"/>
                  </a:cubicBezTo>
                  <a:lnTo>
                    <a:pt x="565" y="1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8403;p67"/>
            <p:cNvSpPr/>
            <p:nvPr/>
          </p:nvSpPr>
          <p:spPr>
            <a:xfrm>
              <a:off x="5989025" y="465550"/>
              <a:ext cx="84875" cy="28325"/>
            </a:xfrm>
            <a:custGeom>
              <a:avLst/>
              <a:gdLst/>
              <a:ahLst/>
              <a:cxnLst/>
              <a:rect l="l" t="t" r="r" b="b"/>
              <a:pathLst>
                <a:path w="3395" h="1133">
                  <a:moveTo>
                    <a:pt x="565" y="1"/>
                  </a:moveTo>
                  <a:cubicBezTo>
                    <a:pt x="251" y="1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1"/>
                    <a:pt x="2830" y="1"/>
                  </a:cubicBezTo>
                  <a:lnTo>
                    <a:pt x="565" y="1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8404;p67"/>
            <p:cNvSpPr/>
            <p:nvPr/>
          </p:nvSpPr>
          <p:spPr>
            <a:xfrm>
              <a:off x="5705950" y="550475"/>
              <a:ext cx="84875" cy="28325"/>
            </a:xfrm>
            <a:custGeom>
              <a:avLst/>
              <a:gdLst/>
              <a:ahLst/>
              <a:cxnLst/>
              <a:rect l="l" t="t" r="r" b="b"/>
              <a:pathLst>
                <a:path w="3395" h="1133">
                  <a:moveTo>
                    <a:pt x="566" y="0"/>
                  </a:moveTo>
                  <a:cubicBezTo>
                    <a:pt x="252" y="0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0"/>
                    <a:pt x="2830" y="0"/>
                  </a:cubicBezTo>
                  <a:lnTo>
                    <a:pt x="566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8405;p67"/>
            <p:cNvSpPr/>
            <p:nvPr/>
          </p:nvSpPr>
          <p:spPr>
            <a:xfrm>
              <a:off x="5847500" y="550475"/>
              <a:ext cx="84875" cy="28325"/>
            </a:xfrm>
            <a:custGeom>
              <a:avLst/>
              <a:gdLst/>
              <a:ahLst/>
              <a:cxnLst/>
              <a:rect l="l" t="t" r="r" b="b"/>
              <a:pathLst>
                <a:path w="3395" h="1133">
                  <a:moveTo>
                    <a:pt x="565" y="0"/>
                  </a:moveTo>
                  <a:cubicBezTo>
                    <a:pt x="251" y="0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5"/>
                  </a:cubicBezTo>
                  <a:cubicBezTo>
                    <a:pt x="3394" y="251"/>
                    <a:pt x="3144" y="0"/>
                    <a:pt x="2830" y="0"/>
                  </a:cubicBezTo>
                  <a:lnTo>
                    <a:pt x="565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8406;p67"/>
            <p:cNvSpPr/>
            <p:nvPr/>
          </p:nvSpPr>
          <p:spPr>
            <a:xfrm>
              <a:off x="5989025" y="550475"/>
              <a:ext cx="84875" cy="28325"/>
            </a:xfrm>
            <a:custGeom>
              <a:avLst/>
              <a:gdLst/>
              <a:ahLst/>
              <a:cxnLst/>
              <a:rect l="l" t="t" r="r" b="b"/>
              <a:pathLst>
                <a:path w="3395" h="1133">
                  <a:moveTo>
                    <a:pt x="565" y="0"/>
                  </a:moveTo>
                  <a:cubicBezTo>
                    <a:pt x="251" y="0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0"/>
                    <a:pt x="2830" y="0"/>
                  </a:cubicBezTo>
                  <a:lnTo>
                    <a:pt x="565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407;p67"/>
            <p:cNvSpPr/>
            <p:nvPr/>
          </p:nvSpPr>
          <p:spPr>
            <a:xfrm>
              <a:off x="5705950" y="636300"/>
              <a:ext cx="84875" cy="28325"/>
            </a:xfrm>
            <a:custGeom>
              <a:avLst/>
              <a:gdLst/>
              <a:ahLst/>
              <a:cxnLst/>
              <a:rect l="l" t="t" r="r" b="b"/>
              <a:pathLst>
                <a:path w="3395" h="1133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8"/>
                  </a:cubicBezTo>
                  <a:cubicBezTo>
                    <a:pt x="3395" y="254"/>
                    <a:pt x="3144" y="1"/>
                    <a:pt x="2830" y="1"/>
                  </a:cubicBezTo>
                  <a:lnTo>
                    <a:pt x="566" y="1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408;p67"/>
            <p:cNvSpPr/>
            <p:nvPr/>
          </p:nvSpPr>
          <p:spPr>
            <a:xfrm>
              <a:off x="5847500" y="636300"/>
              <a:ext cx="84875" cy="28325"/>
            </a:xfrm>
            <a:custGeom>
              <a:avLst/>
              <a:gdLst/>
              <a:ahLst/>
              <a:cxnLst/>
              <a:rect l="l" t="t" r="r" b="b"/>
              <a:pathLst>
                <a:path w="3395" h="1133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8"/>
                  </a:cubicBezTo>
                  <a:cubicBezTo>
                    <a:pt x="3394" y="254"/>
                    <a:pt x="3144" y="1"/>
                    <a:pt x="2830" y="1"/>
                  </a:cubicBezTo>
                  <a:lnTo>
                    <a:pt x="565" y="1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8409;p67"/>
            <p:cNvSpPr/>
            <p:nvPr/>
          </p:nvSpPr>
          <p:spPr>
            <a:xfrm>
              <a:off x="5989025" y="636300"/>
              <a:ext cx="84875" cy="28325"/>
            </a:xfrm>
            <a:custGeom>
              <a:avLst/>
              <a:gdLst/>
              <a:ahLst/>
              <a:cxnLst/>
              <a:rect l="l" t="t" r="r" b="b"/>
              <a:pathLst>
                <a:path w="3395" h="1133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8"/>
                  </a:cubicBezTo>
                  <a:cubicBezTo>
                    <a:pt x="3395" y="254"/>
                    <a:pt x="3144" y="1"/>
                    <a:pt x="2830" y="1"/>
                  </a:cubicBezTo>
                  <a:lnTo>
                    <a:pt x="565" y="1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 pitchFamily="34" charset="0"/>
                <a:defRPr sz="1400" b="0" i="0" u="none" strike="noStrike" cap="none">
                  <a:solidFill>
                    <a:srgbClr val="000000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8" presetClass="entr" presetSubtype="0" accel="50000" fill="hold" grpId="2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14" dur="22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15" dur="227" fill="hold">
                                          <p:stCondLst>
                                            <p:cond delay="227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2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8" decel="50000" autoRev="1" fill="hold">
                                          <p:stCondLst>
                                            <p:cond delay="227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68" fill="hold">
                                          <p:stCondLst>
                                            <p:cond delay="432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8" presetClass="entr" presetSubtype="0" accel="50000" fill="hold" grpId="3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23" dur="22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24" dur="227" fill="hold">
                                          <p:stCondLst>
                                            <p:cond delay="227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2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8" decel="50000" autoRev="1" fill="hold">
                                          <p:stCondLst>
                                            <p:cond delay="227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8" fill="hold">
                                          <p:stCondLst>
                                            <p:cond delay="432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8" presetClass="entr" presetSubtype="0" accel="50000" fill="hold" grpId="4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32" dur="22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33" dur="227" fill="hold">
                                          <p:stCondLst>
                                            <p:cond delay="227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2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8" decel="50000" autoRev="1" fill="hold">
                                          <p:stCondLst>
                                            <p:cond delay="227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8" fill="hold">
                                          <p:stCondLst>
                                            <p:cond delay="432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38" presetClass="entr" presetSubtype="0" accel="50000" fill="hold" grpId="5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41" dur="22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27" fill="hold">
                                          <p:stCondLst>
                                            <p:cond delay="227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2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8" decel="50000" autoRev="1" fill="hold">
                                          <p:stCondLst>
                                            <p:cond delay="227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8" fill="hold">
                                          <p:stCondLst>
                                            <p:cond delay="432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8" presetClass="entr" presetSubtype="0" accel="50000" fill="hold" grpId="6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50" dur="22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51" dur="227" fill="hold">
                                          <p:stCondLst>
                                            <p:cond delay="227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2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8" decel="50000" autoRev="1" fill="hold">
                                          <p:stCondLst>
                                            <p:cond delay="227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8" fill="hold">
                                          <p:stCondLst>
                                            <p:cond delay="432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8" presetClass="entr" presetSubtype="0" accel="50000" fill="hold" grpId="7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59" dur="22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60" dur="227" fill="hold">
                                          <p:stCondLst>
                                            <p:cond delay="227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2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8" decel="50000" autoRev="1" fill="hold">
                                          <p:stCondLst>
                                            <p:cond delay="227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8" fill="hold">
                                          <p:stCondLst>
                                            <p:cond delay="432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animBg="1"/>
      <p:bldP spid="18" grpId="3" animBg="1"/>
      <p:bldP spid="21" grpId="5" animBg="1"/>
      <p:bldP spid="28" grpId="4" animBg="1"/>
      <p:bldP spid="32" grpId="6" animBg="1"/>
      <p:bldP spid="35" grpId="7" animBg="1"/>
      <p:bldP spid="40" grpId="2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8"/>
          <p:cNvSpPr>
            <a:spLocks noGrp="1" noEditPoints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r>
              <a:rPr lang="en-US" dirty="0"/>
              <a:t>Future Work</a:t>
            </a:r>
            <a:endParaRPr dirty="0"/>
          </a:p>
        </p:txBody>
      </p:sp>
      <p:sp>
        <p:nvSpPr>
          <p:cNvPr id="422" name="Google Shape;422;p38"/>
          <p:cNvSpPr>
            <a:spLocks noGrp="1" noEditPoints="1"/>
          </p:cNvSpPr>
          <p:nvPr>
            <p:ph type="subTitle" idx="7"/>
          </p:nvPr>
        </p:nvSpPr>
        <p:spPr>
          <a:xfrm>
            <a:off x="663386" y="2007713"/>
            <a:ext cx="2761602" cy="42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sz="1700" dirty="0"/>
              <a:t>League-agnostic configuration </a:t>
            </a:r>
          </a:p>
        </p:txBody>
      </p:sp>
      <p:sp>
        <p:nvSpPr>
          <p:cNvPr id="423" name="Google Shape;423;p38"/>
          <p:cNvSpPr>
            <a:spLocks noGrp="1" noEditPoints="1"/>
          </p:cNvSpPr>
          <p:nvPr>
            <p:ph type="subTitle" idx="8"/>
          </p:nvPr>
        </p:nvSpPr>
        <p:spPr>
          <a:xfrm>
            <a:off x="3783192" y="1774062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sz="1800" dirty="0"/>
              <a:t>API Layer</a:t>
            </a:r>
            <a:endParaRPr sz="1800" dirty="0"/>
          </a:p>
        </p:txBody>
      </p:sp>
      <p:sp>
        <p:nvSpPr>
          <p:cNvPr id="424" name="Google Shape;424;p38"/>
          <p:cNvSpPr>
            <a:spLocks noGrp="1" noEditPoints="1"/>
          </p:cNvSpPr>
          <p:nvPr>
            <p:ph type="subTitle" idx="9"/>
          </p:nvPr>
        </p:nvSpPr>
        <p:spPr>
          <a:xfrm>
            <a:off x="1173695" y="3014461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sz="1800" dirty="0"/>
              <a:t>Sensitivity analysis </a:t>
            </a:r>
          </a:p>
        </p:txBody>
      </p:sp>
      <p:sp>
        <p:nvSpPr>
          <p:cNvPr id="425" name="Google Shape;425;p38"/>
          <p:cNvSpPr>
            <a:spLocks noGrp="1" noEditPoints="1"/>
          </p:cNvSpPr>
          <p:nvPr>
            <p:ph type="subTitle" idx="13"/>
          </p:nvPr>
        </p:nvSpPr>
        <p:spPr>
          <a:xfrm>
            <a:off x="5374097" y="3193486"/>
            <a:ext cx="2870371" cy="4299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sz="1800" dirty="0"/>
              <a:t>Metaheuristic hybridization</a:t>
            </a:r>
          </a:p>
        </p:txBody>
      </p:sp>
      <p:sp>
        <p:nvSpPr>
          <p:cNvPr id="426" name="Google Shape;426;p38"/>
          <p:cNvSpPr>
            <a:spLocks noGrp="1" noEditPoints="1"/>
          </p:cNvSpPr>
          <p:nvPr>
            <p:ph type="subTitle" idx="14"/>
          </p:nvPr>
        </p:nvSpPr>
        <p:spPr>
          <a:xfrm>
            <a:off x="6025518" y="2000215"/>
            <a:ext cx="2910324" cy="42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/>
          <a:p>
            <a:pPr marL="0" indent="0"/>
            <a:r>
              <a:rPr lang="en-US" sz="1700" dirty="0"/>
              <a:t>Weather &amp; Ramadan awareness </a:t>
            </a:r>
          </a:p>
        </p:txBody>
      </p:sp>
      <p:grpSp>
        <p:nvGrpSpPr>
          <p:cNvPr id="2" name="Google Shape;4456;p46"/>
          <p:cNvGrpSpPr/>
          <p:nvPr/>
        </p:nvGrpSpPr>
        <p:grpSpPr>
          <a:xfrm>
            <a:off x="268759" y="1801205"/>
            <a:ext cx="347153" cy="275615"/>
            <a:chOff x="5328475" y="2592950"/>
            <a:chExt cx="435200" cy="344425"/>
          </a:xfrm>
        </p:grpSpPr>
        <p:sp>
          <p:nvSpPr>
            <p:cNvPr id="3" name="Google Shape;4457;p46"/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" name="Google Shape;4458;p46"/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lnTo>
                    <a:pt x="1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5" name="Google Shape;4459;p46"/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" name="Google Shape;4460;p46"/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lnTo>
                    <a:pt x="3179" y="2238"/>
                  </a:ln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7" name="Google Shape;4461;p46"/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8" name="Google Shape;4462;p46"/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9" name="Google Shape;4463;p46"/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0" name="Google Shape;4464;p46"/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lnTo>
                    <a:pt x="20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1" name="Google Shape;4465;p46"/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>
              <a:noAutofit/>
            </a:bodyPr>
            <a:lstStyle/>
            <a:p>
              <a:pPr mar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/>
            </a:p>
          </p:txBody>
        </p:sp>
      </p:grpSp>
      <p:grpSp>
        <p:nvGrpSpPr>
          <p:cNvPr id="30" name="Google Shape;8643;p67">
            <a:extLst>
              <a:ext uri="{FF2B5EF4-FFF2-40B4-BE49-F238E27FC236}">
                <a16:creationId xmlns:a16="http://schemas.microsoft.com/office/drawing/2014/main" id="{E9AF29CD-B86D-F7DB-8A56-EB86A5F377D2}"/>
              </a:ext>
            </a:extLst>
          </p:cNvPr>
          <p:cNvGrpSpPr/>
          <p:nvPr/>
        </p:nvGrpSpPr>
        <p:grpSpPr>
          <a:xfrm>
            <a:off x="856949" y="3071837"/>
            <a:ext cx="308234" cy="308234"/>
            <a:chOff x="3270550" y="4993750"/>
            <a:chExt cx="483125" cy="483125"/>
          </a:xfrm>
          <a:solidFill>
            <a:schemeClr val="tx1">
              <a:lumMod val="95000"/>
            </a:schemeClr>
          </a:solidFill>
        </p:grpSpPr>
        <p:sp>
          <p:nvSpPr>
            <p:cNvPr id="31" name="Google Shape;8644;p67">
              <a:extLst>
                <a:ext uri="{FF2B5EF4-FFF2-40B4-BE49-F238E27FC236}">
                  <a16:creationId xmlns:a16="http://schemas.microsoft.com/office/drawing/2014/main" id="{1FCBAADB-2EA2-6979-1BD5-4F0F75D04F8D}"/>
                </a:ext>
              </a:extLst>
            </p:cNvPr>
            <p:cNvSpPr/>
            <p:nvPr/>
          </p:nvSpPr>
          <p:spPr>
            <a:xfrm>
              <a:off x="32705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17628" y="1133"/>
                  </a:moveTo>
                  <a:cubicBezTo>
                    <a:pt x="17939" y="1133"/>
                    <a:pt x="18193" y="1386"/>
                    <a:pt x="18193" y="1700"/>
                  </a:cubicBezTo>
                  <a:lnTo>
                    <a:pt x="18193" y="17628"/>
                  </a:lnTo>
                  <a:cubicBezTo>
                    <a:pt x="18193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3" y="17939"/>
                    <a:pt x="1133" y="17628"/>
                  </a:cubicBezTo>
                  <a:lnTo>
                    <a:pt x="1133" y="1700"/>
                  </a:lnTo>
                  <a:cubicBezTo>
                    <a:pt x="1133" y="1386"/>
                    <a:pt x="1386" y="1133"/>
                    <a:pt x="1700" y="1133"/>
                  </a:cubicBezTo>
                  <a:close/>
                  <a:moveTo>
                    <a:pt x="1700" y="1"/>
                  </a:moveTo>
                  <a:cubicBezTo>
                    <a:pt x="761" y="1"/>
                    <a:pt x="1" y="761"/>
                    <a:pt x="1" y="1700"/>
                  </a:cubicBezTo>
                  <a:lnTo>
                    <a:pt x="1" y="17628"/>
                  </a:lnTo>
                  <a:cubicBezTo>
                    <a:pt x="1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0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8645;p67">
              <a:extLst>
                <a:ext uri="{FF2B5EF4-FFF2-40B4-BE49-F238E27FC236}">
                  <a16:creationId xmlns:a16="http://schemas.microsoft.com/office/drawing/2014/main" id="{F6CFF2D4-9E7B-2814-78BA-1743ACB378AE}"/>
                </a:ext>
              </a:extLst>
            </p:cNvPr>
            <p:cNvSpPr/>
            <p:nvPr/>
          </p:nvSpPr>
          <p:spPr>
            <a:xfrm>
              <a:off x="3469675" y="5079600"/>
              <a:ext cx="88275" cy="85000"/>
            </a:xfrm>
            <a:custGeom>
              <a:avLst/>
              <a:gdLst/>
              <a:ahLst/>
              <a:cxnLst/>
              <a:rect l="l" t="t" r="r" b="b"/>
              <a:pathLst>
                <a:path w="3531" h="3400" extrusionOk="0">
                  <a:moveTo>
                    <a:pt x="1698" y="1135"/>
                  </a:moveTo>
                  <a:cubicBezTo>
                    <a:pt x="2202" y="1135"/>
                    <a:pt x="2456" y="1742"/>
                    <a:pt x="2099" y="2101"/>
                  </a:cubicBezTo>
                  <a:cubicBezTo>
                    <a:pt x="1983" y="2216"/>
                    <a:pt x="1842" y="2268"/>
                    <a:pt x="1703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4" y="1135"/>
                    <a:pt x="1698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9" y="42"/>
                    <a:pt x="1049" y="129"/>
                  </a:cubicBezTo>
                  <a:cubicBezTo>
                    <a:pt x="415" y="392"/>
                    <a:pt x="1" y="1011"/>
                    <a:pt x="1" y="1700"/>
                  </a:cubicBezTo>
                  <a:cubicBezTo>
                    <a:pt x="1" y="2639"/>
                    <a:pt x="759" y="3397"/>
                    <a:pt x="1698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1" y="1715"/>
                    <a:pt x="3386" y="984"/>
                    <a:pt x="2900" y="498"/>
                  </a:cubicBezTo>
                  <a:cubicBezTo>
                    <a:pt x="2574" y="173"/>
                    <a:pt x="2140" y="0"/>
                    <a:pt x="169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8646;p67">
              <a:extLst>
                <a:ext uri="{FF2B5EF4-FFF2-40B4-BE49-F238E27FC236}">
                  <a16:creationId xmlns:a16="http://schemas.microsoft.com/office/drawing/2014/main" id="{9B3FC1FA-3353-79D2-29E4-4F514BBDC253}"/>
                </a:ext>
              </a:extLst>
            </p:cNvPr>
            <p:cNvSpPr/>
            <p:nvPr/>
          </p:nvSpPr>
          <p:spPr>
            <a:xfrm>
              <a:off x="3441375" y="5192875"/>
              <a:ext cx="141475" cy="198175"/>
            </a:xfrm>
            <a:custGeom>
              <a:avLst/>
              <a:gdLst/>
              <a:ahLst/>
              <a:cxnLst/>
              <a:rect l="l" t="t" r="r" b="b"/>
              <a:pathLst>
                <a:path w="5659" h="7927" extrusionOk="0">
                  <a:moveTo>
                    <a:pt x="3397" y="1133"/>
                  </a:moveTo>
                  <a:lnTo>
                    <a:pt x="3397" y="6795"/>
                  </a:lnTo>
                  <a:lnTo>
                    <a:pt x="2265" y="6795"/>
                  </a:lnTo>
                  <a:lnTo>
                    <a:pt x="2265" y="1133"/>
                  </a:lnTo>
                  <a:close/>
                  <a:moveTo>
                    <a:pt x="565" y="1"/>
                  </a:moveTo>
                  <a:cubicBezTo>
                    <a:pt x="251" y="1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1133" y="1133"/>
                  </a:lnTo>
                  <a:lnTo>
                    <a:pt x="1133" y="6795"/>
                  </a:lnTo>
                  <a:lnTo>
                    <a:pt x="565" y="6795"/>
                  </a:lnTo>
                  <a:cubicBezTo>
                    <a:pt x="251" y="6795"/>
                    <a:pt x="1" y="7045"/>
                    <a:pt x="1" y="7359"/>
                  </a:cubicBezTo>
                  <a:cubicBezTo>
                    <a:pt x="1" y="7673"/>
                    <a:pt x="251" y="7927"/>
                    <a:pt x="565" y="7927"/>
                  </a:cubicBezTo>
                  <a:lnTo>
                    <a:pt x="5094" y="7927"/>
                  </a:lnTo>
                  <a:cubicBezTo>
                    <a:pt x="5408" y="7927"/>
                    <a:pt x="5659" y="7673"/>
                    <a:pt x="5659" y="7359"/>
                  </a:cubicBezTo>
                  <a:cubicBezTo>
                    <a:pt x="5659" y="7045"/>
                    <a:pt x="5408" y="6795"/>
                    <a:pt x="5094" y="6795"/>
                  </a:cubicBezTo>
                  <a:lnTo>
                    <a:pt x="4530" y="6795"/>
                  </a:lnTo>
                  <a:lnTo>
                    <a:pt x="4530" y="565"/>
                  </a:lnTo>
                  <a:cubicBezTo>
                    <a:pt x="4530" y="251"/>
                    <a:pt x="4276" y="1"/>
                    <a:pt x="396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4" name="Google Shape;9881;p71">
            <a:extLst>
              <a:ext uri="{FF2B5EF4-FFF2-40B4-BE49-F238E27FC236}">
                <a16:creationId xmlns:a16="http://schemas.microsoft.com/office/drawing/2014/main" id="{0ECC6CF8-E832-E1BA-0CDC-E4DD89F757FA}"/>
              </a:ext>
            </a:extLst>
          </p:cNvPr>
          <p:cNvGrpSpPr/>
          <p:nvPr/>
        </p:nvGrpSpPr>
        <p:grpSpPr>
          <a:xfrm>
            <a:off x="3435420" y="1786819"/>
            <a:ext cx="358229" cy="314961"/>
            <a:chOff x="-45664625" y="2352225"/>
            <a:chExt cx="300125" cy="263875"/>
          </a:xfrm>
          <a:solidFill>
            <a:schemeClr val="tx1"/>
          </a:solidFill>
        </p:grpSpPr>
        <p:sp>
          <p:nvSpPr>
            <p:cNvPr id="35" name="Google Shape;9882;p71">
              <a:extLst>
                <a:ext uri="{FF2B5EF4-FFF2-40B4-BE49-F238E27FC236}">
                  <a16:creationId xmlns:a16="http://schemas.microsoft.com/office/drawing/2014/main" id="{820A9AE3-397F-1C25-301A-70BCDE1F73DF}"/>
                </a:ext>
              </a:extLst>
            </p:cNvPr>
            <p:cNvSpPr/>
            <p:nvPr/>
          </p:nvSpPr>
          <p:spPr>
            <a:xfrm>
              <a:off x="-45664625" y="2352225"/>
              <a:ext cx="300125" cy="263875"/>
            </a:xfrm>
            <a:custGeom>
              <a:avLst/>
              <a:gdLst/>
              <a:ahLst/>
              <a:cxnLst/>
              <a:rect l="l" t="t" r="r" b="b"/>
              <a:pathLst>
                <a:path w="12005" h="10555" extrusionOk="0">
                  <a:moveTo>
                    <a:pt x="10965" y="694"/>
                  </a:moveTo>
                  <a:cubicBezTo>
                    <a:pt x="11154" y="694"/>
                    <a:pt x="11311" y="851"/>
                    <a:pt x="11311" y="1072"/>
                  </a:cubicBezTo>
                  <a:lnTo>
                    <a:pt x="11311" y="2836"/>
                  </a:lnTo>
                  <a:lnTo>
                    <a:pt x="726" y="2836"/>
                  </a:lnTo>
                  <a:lnTo>
                    <a:pt x="726" y="1072"/>
                  </a:lnTo>
                  <a:cubicBezTo>
                    <a:pt x="694" y="851"/>
                    <a:pt x="852" y="694"/>
                    <a:pt x="1072" y="694"/>
                  </a:cubicBezTo>
                  <a:close/>
                  <a:moveTo>
                    <a:pt x="11311" y="3498"/>
                  </a:moveTo>
                  <a:lnTo>
                    <a:pt x="11311" y="9484"/>
                  </a:lnTo>
                  <a:cubicBezTo>
                    <a:pt x="11311" y="9673"/>
                    <a:pt x="11154" y="9830"/>
                    <a:pt x="10933" y="9830"/>
                  </a:cubicBezTo>
                  <a:lnTo>
                    <a:pt x="1072" y="9830"/>
                  </a:lnTo>
                  <a:cubicBezTo>
                    <a:pt x="852" y="9830"/>
                    <a:pt x="694" y="9673"/>
                    <a:pt x="694" y="9484"/>
                  </a:cubicBezTo>
                  <a:lnTo>
                    <a:pt x="694" y="3498"/>
                  </a:ln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9484"/>
                  </a:lnTo>
                  <a:cubicBezTo>
                    <a:pt x="1" y="10082"/>
                    <a:pt x="473" y="10555"/>
                    <a:pt x="1072" y="10555"/>
                  </a:cubicBezTo>
                  <a:lnTo>
                    <a:pt x="10933" y="10555"/>
                  </a:lnTo>
                  <a:cubicBezTo>
                    <a:pt x="11532" y="10555"/>
                    <a:pt x="12004" y="10082"/>
                    <a:pt x="12004" y="9484"/>
                  </a:cubicBezTo>
                  <a:lnTo>
                    <a:pt x="12004" y="1040"/>
                  </a:lnTo>
                  <a:cubicBezTo>
                    <a:pt x="11973" y="473"/>
                    <a:pt x="11500" y="1"/>
                    <a:pt x="109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9883;p71">
              <a:extLst>
                <a:ext uri="{FF2B5EF4-FFF2-40B4-BE49-F238E27FC236}">
                  <a16:creationId xmlns:a16="http://schemas.microsoft.com/office/drawing/2014/main" id="{1445EEE0-4CC5-2C2A-1D80-58E67F193FC9}"/>
                </a:ext>
              </a:extLst>
            </p:cNvPr>
            <p:cNvSpPr/>
            <p:nvPr/>
          </p:nvSpPr>
          <p:spPr>
            <a:xfrm>
              <a:off x="-45612625" y="2475100"/>
              <a:ext cx="55150" cy="88225"/>
            </a:xfrm>
            <a:custGeom>
              <a:avLst/>
              <a:gdLst/>
              <a:ahLst/>
              <a:cxnLst/>
              <a:rect l="l" t="t" r="r" b="b"/>
              <a:pathLst>
                <a:path w="2206" h="3529" extrusionOk="0">
                  <a:moveTo>
                    <a:pt x="1808" y="0"/>
                  </a:moveTo>
                  <a:cubicBezTo>
                    <a:pt x="1717" y="0"/>
                    <a:pt x="1623" y="32"/>
                    <a:pt x="1544" y="95"/>
                  </a:cubicBezTo>
                  <a:lnTo>
                    <a:pt x="126" y="1513"/>
                  </a:lnTo>
                  <a:cubicBezTo>
                    <a:pt x="0" y="1607"/>
                    <a:pt x="0" y="1859"/>
                    <a:pt x="126" y="2017"/>
                  </a:cubicBezTo>
                  <a:lnTo>
                    <a:pt x="1544" y="3434"/>
                  </a:lnTo>
                  <a:cubicBezTo>
                    <a:pt x="1607" y="3497"/>
                    <a:pt x="1694" y="3529"/>
                    <a:pt x="1784" y="3529"/>
                  </a:cubicBezTo>
                  <a:cubicBezTo>
                    <a:pt x="1875" y="3529"/>
                    <a:pt x="1969" y="3497"/>
                    <a:pt x="2048" y="3434"/>
                  </a:cubicBezTo>
                  <a:cubicBezTo>
                    <a:pt x="2174" y="3308"/>
                    <a:pt x="2174" y="3088"/>
                    <a:pt x="2048" y="2930"/>
                  </a:cubicBezTo>
                  <a:lnTo>
                    <a:pt x="914" y="1765"/>
                  </a:lnTo>
                  <a:lnTo>
                    <a:pt x="2048" y="631"/>
                  </a:lnTo>
                  <a:cubicBezTo>
                    <a:pt x="2206" y="473"/>
                    <a:pt x="2206" y="252"/>
                    <a:pt x="2048" y="95"/>
                  </a:cubicBezTo>
                  <a:cubicBezTo>
                    <a:pt x="1985" y="32"/>
                    <a:pt x="1898" y="0"/>
                    <a:pt x="18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9884;p71">
              <a:extLst>
                <a:ext uri="{FF2B5EF4-FFF2-40B4-BE49-F238E27FC236}">
                  <a16:creationId xmlns:a16="http://schemas.microsoft.com/office/drawing/2014/main" id="{6B3B26DA-47C2-E875-AE56-BBA9A147F633}"/>
                </a:ext>
              </a:extLst>
            </p:cNvPr>
            <p:cNvSpPr/>
            <p:nvPr/>
          </p:nvSpPr>
          <p:spPr>
            <a:xfrm>
              <a:off x="-45471650" y="2475100"/>
              <a:ext cx="54375" cy="86850"/>
            </a:xfrm>
            <a:custGeom>
              <a:avLst/>
              <a:gdLst/>
              <a:ahLst/>
              <a:cxnLst/>
              <a:rect l="l" t="t" r="r" b="b"/>
              <a:pathLst>
                <a:path w="2175" h="3474" extrusionOk="0">
                  <a:moveTo>
                    <a:pt x="391" y="0"/>
                  </a:moveTo>
                  <a:cubicBezTo>
                    <a:pt x="300" y="0"/>
                    <a:pt x="205" y="32"/>
                    <a:pt x="127" y="95"/>
                  </a:cubicBezTo>
                  <a:cubicBezTo>
                    <a:pt x="1" y="189"/>
                    <a:pt x="1" y="441"/>
                    <a:pt x="127" y="599"/>
                  </a:cubicBezTo>
                  <a:lnTo>
                    <a:pt x="1261" y="1733"/>
                  </a:lnTo>
                  <a:lnTo>
                    <a:pt x="127" y="2867"/>
                  </a:lnTo>
                  <a:cubicBezTo>
                    <a:pt x="1" y="2993"/>
                    <a:pt x="1" y="3245"/>
                    <a:pt x="127" y="3403"/>
                  </a:cubicBezTo>
                  <a:cubicBezTo>
                    <a:pt x="174" y="3450"/>
                    <a:pt x="261" y="3474"/>
                    <a:pt x="355" y="3474"/>
                  </a:cubicBezTo>
                  <a:cubicBezTo>
                    <a:pt x="450" y="3474"/>
                    <a:pt x="552" y="3450"/>
                    <a:pt x="631" y="3403"/>
                  </a:cubicBezTo>
                  <a:lnTo>
                    <a:pt x="2048" y="1985"/>
                  </a:lnTo>
                  <a:cubicBezTo>
                    <a:pt x="2174" y="1859"/>
                    <a:pt x="2174" y="1607"/>
                    <a:pt x="2048" y="1450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9885;p71">
              <a:extLst>
                <a:ext uri="{FF2B5EF4-FFF2-40B4-BE49-F238E27FC236}">
                  <a16:creationId xmlns:a16="http://schemas.microsoft.com/office/drawing/2014/main" id="{EB404A3A-4DFE-AD15-14FD-A3EDB2B4F79D}"/>
                </a:ext>
              </a:extLst>
            </p:cNvPr>
            <p:cNvSpPr/>
            <p:nvPr/>
          </p:nvSpPr>
          <p:spPr>
            <a:xfrm>
              <a:off x="-45542525" y="2456975"/>
              <a:ext cx="55150" cy="123300"/>
            </a:xfrm>
            <a:custGeom>
              <a:avLst/>
              <a:gdLst/>
              <a:ahLst/>
              <a:cxnLst/>
              <a:rect l="l" t="t" r="r" b="b"/>
              <a:pathLst>
                <a:path w="2206" h="4932" extrusionOk="0">
                  <a:moveTo>
                    <a:pt x="1791" y="0"/>
                  </a:moveTo>
                  <a:cubicBezTo>
                    <a:pt x="1651" y="0"/>
                    <a:pt x="1529" y="108"/>
                    <a:pt x="1481" y="253"/>
                  </a:cubicBezTo>
                  <a:lnTo>
                    <a:pt x="63" y="4474"/>
                  </a:lnTo>
                  <a:cubicBezTo>
                    <a:pt x="0" y="4664"/>
                    <a:pt x="126" y="4853"/>
                    <a:pt x="315" y="4916"/>
                  </a:cubicBezTo>
                  <a:cubicBezTo>
                    <a:pt x="349" y="4927"/>
                    <a:pt x="382" y="4932"/>
                    <a:pt x="415" y="4932"/>
                  </a:cubicBezTo>
                  <a:cubicBezTo>
                    <a:pt x="567" y="4932"/>
                    <a:pt x="704" y="4819"/>
                    <a:pt x="756" y="4664"/>
                  </a:cubicBezTo>
                  <a:lnTo>
                    <a:pt x="2174" y="442"/>
                  </a:lnTo>
                  <a:cubicBezTo>
                    <a:pt x="2206" y="284"/>
                    <a:pt x="2111" y="95"/>
                    <a:pt x="1922" y="32"/>
                  </a:cubicBezTo>
                  <a:cubicBezTo>
                    <a:pt x="1878" y="10"/>
                    <a:pt x="1834" y="0"/>
                    <a:pt x="17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9886;p71">
              <a:extLst>
                <a:ext uri="{FF2B5EF4-FFF2-40B4-BE49-F238E27FC236}">
                  <a16:creationId xmlns:a16="http://schemas.microsoft.com/office/drawing/2014/main" id="{26897D18-0977-FF97-01A4-8EC0B6146A71}"/>
                </a:ext>
              </a:extLst>
            </p:cNvPr>
            <p:cNvSpPr/>
            <p:nvPr/>
          </p:nvSpPr>
          <p:spPr>
            <a:xfrm>
              <a:off x="-45541750" y="23861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32" y="567"/>
                    <a:pt x="221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89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9887;p71">
              <a:extLst>
                <a:ext uri="{FF2B5EF4-FFF2-40B4-BE49-F238E27FC236}">
                  <a16:creationId xmlns:a16="http://schemas.microsoft.com/office/drawing/2014/main" id="{ED23C242-56FA-B7A0-2452-92FB2B5A4C51}"/>
                </a:ext>
              </a:extLst>
            </p:cNvPr>
            <p:cNvSpPr/>
            <p:nvPr/>
          </p:nvSpPr>
          <p:spPr>
            <a:xfrm>
              <a:off x="-45488175" y="23861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89"/>
                    <a:pt x="1260" y="0"/>
                    <a:pt x="104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9888;p71">
              <a:extLst>
                <a:ext uri="{FF2B5EF4-FFF2-40B4-BE49-F238E27FC236}">
                  <a16:creationId xmlns:a16="http://schemas.microsoft.com/office/drawing/2014/main" id="{614F500B-1756-4D34-DFC6-9E12E7E9AC08}"/>
                </a:ext>
              </a:extLst>
            </p:cNvPr>
            <p:cNvSpPr/>
            <p:nvPr/>
          </p:nvSpPr>
          <p:spPr>
            <a:xfrm>
              <a:off x="-45436200" y="23861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cubicBezTo>
                    <a:pt x="32" y="567"/>
                    <a:pt x="189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89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" name="Google Shape;8537;p67">
            <a:extLst>
              <a:ext uri="{FF2B5EF4-FFF2-40B4-BE49-F238E27FC236}">
                <a16:creationId xmlns:a16="http://schemas.microsoft.com/office/drawing/2014/main" id="{F9573910-AAEA-15F5-1B21-D0CFCD75A7DD}"/>
              </a:ext>
            </a:extLst>
          </p:cNvPr>
          <p:cNvGrpSpPr/>
          <p:nvPr/>
        </p:nvGrpSpPr>
        <p:grpSpPr>
          <a:xfrm>
            <a:off x="5636372" y="1771163"/>
            <a:ext cx="325626" cy="325694"/>
            <a:chOff x="6242825" y="2615925"/>
            <a:chExt cx="483125" cy="483225"/>
          </a:xfrm>
          <a:solidFill>
            <a:schemeClr val="tx1">
              <a:lumMod val="95000"/>
            </a:schemeClr>
          </a:solidFill>
        </p:grpSpPr>
        <p:sp>
          <p:nvSpPr>
            <p:cNvPr id="390" name="Google Shape;8538;p67">
              <a:extLst>
                <a:ext uri="{FF2B5EF4-FFF2-40B4-BE49-F238E27FC236}">
                  <a16:creationId xmlns:a16="http://schemas.microsoft.com/office/drawing/2014/main" id="{CBD1F399-9705-0B83-7CFD-6F150FB96795}"/>
                </a:ext>
              </a:extLst>
            </p:cNvPr>
            <p:cNvSpPr/>
            <p:nvPr/>
          </p:nvSpPr>
          <p:spPr>
            <a:xfrm>
              <a:off x="6242825" y="2672550"/>
              <a:ext cx="483125" cy="426600"/>
            </a:xfrm>
            <a:custGeom>
              <a:avLst/>
              <a:gdLst/>
              <a:ahLst/>
              <a:cxnLst/>
              <a:rect l="l" t="t" r="r" b="b"/>
              <a:pathLst>
                <a:path w="19325" h="17064" extrusionOk="0">
                  <a:moveTo>
                    <a:pt x="10230" y="2331"/>
                  </a:moveTo>
                  <a:cubicBezTo>
                    <a:pt x="11387" y="2603"/>
                    <a:pt x="12437" y="3687"/>
                    <a:pt x="13056" y="5299"/>
                  </a:cubicBezTo>
                  <a:cubicBezTo>
                    <a:pt x="13144" y="5524"/>
                    <a:pt x="13357" y="5662"/>
                    <a:pt x="13583" y="5662"/>
                  </a:cubicBezTo>
                  <a:cubicBezTo>
                    <a:pt x="13652" y="5662"/>
                    <a:pt x="13722" y="5649"/>
                    <a:pt x="13790" y="5623"/>
                  </a:cubicBezTo>
                  <a:cubicBezTo>
                    <a:pt x="14083" y="5511"/>
                    <a:pt x="14228" y="5185"/>
                    <a:pt x="14113" y="4892"/>
                  </a:cubicBezTo>
                  <a:cubicBezTo>
                    <a:pt x="13790" y="4049"/>
                    <a:pt x="13349" y="3307"/>
                    <a:pt x="12830" y="2712"/>
                  </a:cubicBezTo>
                  <a:lnTo>
                    <a:pt x="12830" y="2712"/>
                  </a:lnTo>
                  <a:cubicBezTo>
                    <a:pt x="13911" y="3029"/>
                    <a:pt x="14901" y="3512"/>
                    <a:pt x="15750" y="4143"/>
                  </a:cubicBezTo>
                  <a:cubicBezTo>
                    <a:pt x="16882" y="4988"/>
                    <a:pt x="17649" y="6024"/>
                    <a:pt x="17990" y="7147"/>
                  </a:cubicBezTo>
                  <a:cubicBezTo>
                    <a:pt x="17519" y="6915"/>
                    <a:pt x="17000" y="6794"/>
                    <a:pt x="16476" y="6794"/>
                  </a:cubicBezTo>
                  <a:cubicBezTo>
                    <a:pt x="16469" y="6794"/>
                    <a:pt x="16463" y="6794"/>
                    <a:pt x="16456" y="6794"/>
                  </a:cubicBezTo>
                  <a:cubicBezTo>
                    <a:pt x="15729" y="6794"/>
                    <a:pt x="15040" y="7012"/>
                    <a:pt x="14515" y="7404"/>
                  </a:cubicBezTo>
                  <a:cubicBezTo>
                    <a:pt x="14400" y="7492"/>
                    <a:pt x="14291" y="7588"/>
                    <a:pt x="14192" y="7694"/>
                  </a:cubicBezTo>
                  <a:cubicBezTo>
                    <a:pt x="14092" y="7588"/>
                    <a:pt x="13983" y="7492"/>
                    <a:pt x="13869" y="7404"/>
                  </a:cubicBezTo>
                  <a:cubicBezTo>
                    <a:pt x="13343" y="7012"/>
                    <a:pt x="12655" y="6794"/>
                    <a:pt x="11927" y="6794"/>
                  </a:cubicBezTo>
                  <a:cubicBezTo>
                    <a:pt x="11199" y="6794"/>
                    <a:pt x="10511" y="7012"/>
                    <a:pt x="9986" y="7404"/>
                  </a:cubicBezTo>
                  <a:cubicBezTo>
                    <a:pt x="9871" y="7492"/>
                    <a:pt x="9762" y="7588"/>
                    <a:pt x="9662" y="7694"/>
                  </a:cubicBezTo>
                  <a:cubicBezTo>
                    <a:pt x="9563" y="7588"/>
                    <a:pt x="9454" y="7492"/>
                    <a:pt x="9339" y="7404"/>
                  </a:cubicBezTo>
                  <a:cubicBezTo>
                    <a:pt x="8814" y="7012"/>
                    <a:pt x="8126" y="6794"/>
                    <a:pt x="7398" y="6794"/>
                  </a:cubicBezTo>
                  <a:cubicBezTo>
                    <a:pt x="6670" y="6794"/>
                    <a:pt x="5982" y="7012"/>
                    <a:pt x="5456" y="7404"/>
                  </a:cubicBezTo>
                  <a:cubicBezTo>
                    <a:pt x="5342" y="7492"/>
                    <a:pt x="5233" y="7588"/>
                    <a:pt x="5133" y="7694"/>
                  </a:cubicBezTo>
                  <a:cubicBezTo>
                    <a:pt x="5034" y="7588"/>
                    <a:pt x="4925" y="7492"/>
                    <a:pt x="4810" y="7404"/>
                  </a:cubicBezTo>
                  <a:cubicBezTo>
                    <a:pt x="4285" y="7012"/>
                    <a:pt x="3596" y="6794"/>
                    <a:pt x="2869" y="6794"/>
                  </a:cubicBezTo>
                  <a:cubicBezTo>
                    <a:pt x="2862" y="6794"/>
                    <a:pt x="2856" y="6794"/>
                    <a:pt x="2849" y="6794"/>
                  </a:cubicBezTo>
                  <a:cubicBezTo>
                    <a:pt x="2324" y="6794"/>
                    <a:pt x="1806" y="6915"/>
                    <a:pt x="1335" y="7147"/>
                  </a:cubicBezTo>
                  <a:cubicBezTo>
                    <a:pt x="1676" y="6024"/>
                    <a:pt x="2443" y="4988"/>
                    <a:pt x="3578" y="4143"/>
                  </a:cubicBezTo>
                  <a:cubicBezTo>
                    <a:pt x="4424" y="3512"/>
                    <a:pt x="5414" y="3029"/>
                    <a:pt x="6498" y="2712"/>
                  </a:cubicBezTo>
                  <a:lnTo>
                    <a:pt x="6498" y="2712"/>
                  </a:lnTo>
                  <a:cubicBezTo>
                    <a:pt x="5976" y="3307"/>
                    <a:pt x="5538" y="4049"/>
                    <a:pt x="5212" y="4892"/>
                  </a:cubicBezTo>
                  <a:cubicBezTo>
                    <a:pt x="5097" y="5185"/>
                    <a:pt x="5245" y="5511"/>
                    <a:pt x="5535" y="5623"/>
                  </a:cubicBezTo>
                  <a:cubicBezTo>
                    <a:pt x="5603" y="5649"/>
                    <a:pt x="5673" y="5662"/>
                    <a:pt x="5742" y="5662"/>
                  </a:cubicBezTo>
                  <a:cubicBezTo>
                    <a:pt x="5968" y="5662"/>
                    <a:pt x="6181" y="5524"/>
                    <a:pt x="6269" y="5299"/>
                  </a:cubicBezTo>
                  <a:cubicBezTo>
                    <a:pt x="6891" y="3687"/>
                    <a:pt x="7941" y="2603"/>
                    <a:pt x="9098" y="2331"/>
                  </a:cubicBezTo>
                  <a:lnTo>
                    <a:pt x="9098" y="5097"/>
                  </a:lnTo>
                  <a:cubicBezTo>
                    <a:pt x="9098" y="5408"/>
                    <a:pt x="9351" y="5662"/>
                    <a:pt x="9662" y="5662"/>
                  </a:cubicBezTo>
                  <a:cubicBezTo>
                    <a:pt x="9976" y="5662"/>
                    <a:pt x="10230" y="5408"/>
                    <a:pt x="10230" y="5097"/>
                  </a:cubicBezTo>
                  <a:lnTo>
                    <a:pt x="10230" y="2331"/>
                  </a:lnTo>
                  <a:close/>
                  <a:moveTo>
                    <a:pt x="9662" y="0"/>
                  </a:moveTo>
                  <a:cubicBezTo>
                    <a:pt x="9348" y="0"/>
                    <a:pt x="9098" y="254"/>
                    <a:pt x="9098" y="568"/>
                  </a:cubicBezTo>
                  <a:lnTo>
                    <a:pt x="9098" y="1145"/>
                  </a:lnTo>
                  <a:cubicBezTo>
                    <a:pt x="6764" y="1247"/>
                    <a:pt x="4584" y="1981"/>
                    <a:pt x="2899" y="3234"/>
                  </a:cubicBezTo>
                  <a:cubicBezTo>
                    <a:pt x="1030" y="4629"/>
                    <a:pt x="0" y="6495"/>
                    <a:pt x="0" y="8494"/>
                  </a:cubicBezTo>
                  <a:lnTo>
                    <a:pt x="0" y="9059"/>
                  </a:lnTo>
                  <a:cubicBezTo>
                    <a:pt x="0" y="9373"/>
                    <a:pt x="254" y="9626"/>
                    <a:pt x="568" y="9626"/>
                  </a:cubicBezTo>
                  <a:cubicBezTo>
                    <a:pt x="879" y="9626"/>
                    <a:pt x="1133" y="9373"/>
                    <a:pt x="1133" y="9059"/>
                  </a:cubicBezTo>
                  <a:cubicBezTo>
                    <a:pt x="1133" y="8455"/>
                    <a:pt x="1945" y="7926"/>
                    <a:pt x="2869" y="7926"/>
                  </a:cubicBezTo>
                  <a:cubicBezTo>
                    <a:pt x="3793" y="7926"/>
                    <a:pt x="4569" y="8446"/>
                    <a:pt x="4569" y="9059"/>
                  </a:cubicBezTo>
                  <a:cubicBezTo>
                    <a:pt x="4569" y="9373"/>
                    <a:pt x="4819" y="9623"/>
                    <a:pt x="5133" y="9623"/>
                  </a:cubicBezTo>
                  <a:cubicBezTo>
                    <a:pt x="5447" y="9623"/>
                    <a:pt x="5701" y="9373"/>
                    <a:pt x="5701" y="9059"/>
                  </a:cubicBezTo>
                  <a:cubicBezTo>
                    <a:pt x="5701" y="8446"/>
                    <a:pt x="6477" y="7926"/>
                    <a:pt x="7398" y="7926"/>
                  </a:cubicBezTo>
                  <a:cubicBezTo>
                    <a:pt x="8319" y="7926"/>
                    <a:pt x="9098" y="8446"/>
                    <a:pt x="9098" y="9059"/>
                  </a:cubicBezTo>
                  <a:lnTo>
                    <a:pt x="9098" y="9475"/>
                  </a:lnTo>
                  <a:cubicBezTo>
                    <a:pt x="9098" y="9500"/>
                    <a:pt x="9098" y="9527"/>
                    <a:pt x="9101" y="9551"/>
                  </a:cubicBezTo>
                  <a:cubicBezTo>
                    <a:pt x="9098" y="9575"/>
                    <a:pt x="9098" y="9602"/>
                    <a:pt x="9098" y="9626"/>
                  </a:cubicBezTo>
                  <a:lnTo>
                    <a:pt x="9098" y="14799"/>
                  </a:lnTo>
                  <a:cubicBezTo>
                    <a:pt x="9098" y="15424"/>
                    <a:pt x="8591" y="15931"/>
                    <a:pt x="7966" y="15931"/>
                  </a:cubicBezTo>
                  <a:cubicBezTo>
                    <a:pt x="7337" y="15931"/>
                    <a:pt x="6833" y="15424"/>
                    <a:pt x="6833" y="14799"/>
                  </a:cubicBezTo>
                  <a:lnTo>
                    <a:pt x="6833" y="14231"/>
                  </a:lnTo>
                  <a:cubicBezTo>
                    <a:pt x="6833" y="13920"/>
                    <a:pt x="6580" y="13666"/>
                    <a:pt x="6266" y="13666"/>
                  </a:cubicBezTo>
                  <a:cubicBezTo>
                    <a:pt x="5952" y="13666"/>
                    <a:pt x="5701" y="13920"/>
                    <a:pt x="5701" y="14231"/>
                  </a:cubicBezTo>
                  <a:lnTo>
                    <a:pt x="5701" y="14799"/>
                  </a:lnTo>
                  <a:cubicBezTo>
                    <a:pt x="5701" y="16049"/>
                    <a:pt x="6712" y="17063"/>
                    <a:pt x="7966" y="17063"/>
                  </a:cubicBezTo>
                  <a:cubicBezTo>
                    <a:pt x="9216" y="17063"/>
                    <a:pt x="10230" y="16049"/>
                    <a:pt x="10230" y="14799"/>
                  </a:cubicBezTo>
                  <a:lnTo>
                    <a:pt x="10230" y="9626"/>
                  </a:lnTo>
                  <a:cubicBezTo>
                    <a:pt x="10227" y="9599"/>
                    <a:pt x="10227" y="9575"/>
                    <a:pt x="10224" y="9551"/>
                  </a:cubicBezTo>
                  <a:cubicBezTo>
                    <a:pt x="10227" y="9524"/>
                    <a:pt x="10227" y="9500"/>
                    <a:pt x="10230" y="9475"/>
                  </a:cubicBezTo>
                  <a:lnTo>
                    <a:pt x="10230" y="9059"/>
                  </a:lnTo>
                  <a:cubicBezTo>
                    <a:pt x="10230" y="8446"/>
                    <a:pt x="11006" y="7926"/>
                    <a:pt x="11927" y="7926"/>
                  </a:cubicBezTo>
                  <a:cubicBezTo>
                    <a:pt x="12848" y="7926"/>
                    <a:pt x="13627" y="8446"/>
                    <a:pt x="13627" y="9059"/>
                  </a:cubicBezTo>
                  <a:cubicBezTo>
                    <a:pt x="13627" y="9373"/>
                    <a:pt x="13878" y="9623"/>
                    <a:pt x="14192" y="9623"/>
                  </a:cubicBezTo>
                  <a:cubicBezTo>
                    <a:pt x="14506" y="9623"/>
                    <a:pt x="14759" y="9373"/>
                    <a:pt x="14759" y="9059"/>
                  </a:cubicBezTo>
                  <a:cubicBezTo>
                    <a:pt x="14759" y="8446"/>
                    <a:pt x="15535" y="7926"/>
                    <a:pt x="16456" y="7926"/>
                  </a:cubicBezTo>
                  <a:cubicBezTo>
                    <a:pt x="17377" y="7926"/>
                    <a:pt x="18192" y="8455"/>
                    <a:pt x="18192" y="9059"/>
                  </a:cubicBezTo>
                  <a:cubicBezTo>
                    <a:pt x="18192" y="9373"/>
                    <a:pt x="18446" y="9623"/>
                    <a:pt x="18760" y="9623"/>
                  </a:cubicBezTo>
                  <a:cubicBezTo>
                    <a:pt x="19071" y="9623"/>
                    <a:pt x="19325" y="9373"/>
                    <a:pt x="19325" y="9059"/>
                  </a:cubicBezTo>
                  <a:lnTo>
                    <a:pt x="19325" y="8494"/>
                  </a:lnTo>
                  <a:cubicBezTo>
                    <a:pt x="19325" y="6495"/>
                    <a:pt x="18295" y="4629"/>
                    <a:pt x="16426" y="3234"/>
                  </a:cubicBezTo>
                  <a:cubicBezTo>
                    <a:pt x="14744" y="1981"/>
                    <a:pt x="12561" y="1247"/>
                    <a:pt x="10230" y="1145"/>
                  </a:cubicBezTo>
                  <a:lnTo>
                    <a:pt x="10230" y="568"/>
                  </a:lnTo>
                  <a:cubicBezTo>
                    <a:pt x="10230" y="254"/>
                    <a:pt x="9976" y="0"/>
                    <a:pt x="96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1" name="Google Shape;8539;p67">
              <a:extLst>
                <a:ext uri="{FF2B5EF4-FFF2-40B4-BE49-F238E27FC236}">
                  <a16:creationId xmlns:a16="http://schemas.microsoft.com/office/drawing/2014/main" id="{E444BA4C-7846-F959-91A0-4F19DC057221}"/>
                </a:ext>
              </a:extLst>
            </p:cNvPr>
            <p:cNvSpPr/>
            <p:nvPr/>
          </p:nvSpPr>
          <p:spPr>
            <a:xfrm>
              <a:off x="6413650" y="2615925"/>
              <a:ext cx="28325" cy="56650"/>
            </a:xfrm>
            <a:custGeom>
              <a:avLst/>
              <a:gdLst/>
              <a:ahLst/>
              <a:cxnLst/>
              <a:rect l="l" t="t" r="r" b="b"/>
              <a:pathLst>
                <a:path w="1133" h="2266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1701"/>
                  </a:lnTo>
                  <a:cubicBezTo>
                    <a:pt x="0" y="2012"/>
                    <a:pt x="251" y="2265"/>
                    <a:pt x="565" y="2265"/>
                  </a:cubicBezTo>
                  <a:cubicBezTo>
                    <a:pt x="879" y="2265"/>
                    <a:pt x="1133" y="2012"/>
                    <a:pt x="1133" y="1701"/>
                  </a:cubicBezTo>
                  <a:lnTo>
                    <a:pt x="1133" y="568"/>
                  </a:ln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2" name="Google Shape;8540;p67">
              <a:extLst>
                <a:ext uri="{FF2B5EF4-FFF2-40B4-BE49-F238E27FC236}">
                  <a16:creationId xmlns:a16="http://schemas.microsoft.com/office/drawing/2014/main" id="{E8F6BE19-7826-424B-6924-037655EC4AE4}"/>
                </a:ext>
              </a:extLst>
            </p:cNvPr>
            <p:cNvSpPr/>
            <p:nvPr/>
          </p:nvSpPr>
          <p:spPr>
            <a:xfrm>
              <a:off x="6526875" y="2615925"/>
              <a:ext cx="28325" cy="56650"/>
            </a:xfrm>
            <a:custGeom>
              <a:avLst/>
              <a:gdLst/>
              <a:ahLst/>
              <a:cxnLst/>
              <a:rect l="l" t="t" r="r" b="b"/>
              <a:pathLst>
                <a:path w="1133" h="2266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1701"/>
                  </a:lnTo>
                  <a:cubicBezTo>
                    <a:pt x="0" y="2012"/>
                    <a:pt x="251" y="2265"/>
                    <a:pt x="565" y="2265"/>
                  </a:cubicBezTo>
                  <a:cubicBezTo>
                    <a:pt x="879" y="2265"/>
                    <a:pt x="1133" y="2012"/>
                    <a:pt x="1133" y="1701"/>
                  </a:cubicBezTo>
                  <a:lnTo>
                    <a:pt x="1133" y="568"/>
                  </a:ln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3" name="Google Shape;8541;p67">
              <a:extLst>
                <a:ext uri="{FF2B5EF4-FFF2-40B4-BE49-F238E27FC236}">
                  <a16:creationId xmlns:a16="http://schemas.microsoft.com/office/drawing/2014/main" id="{3A047985-427F-758E-473E-B692BA907263}"/>
                </a:ext>
              </a:extLst>
            </p:cNvPr>
            <p:cNvSpPr/>
            <p:nvPr/>
          </p:nvSpPr>
          <p:spPr>
            <a:xfrm>
              <a:off x="6611800" y="2644250"/>
              <a:ext cx="28325" cy="56625"/>
            </a:xfrm>
            <a:custGeom>
              <a:avLst/>
              <a:gdLst/>
              <a:ahLst/>
              <a:cxnLst/>
              <a:rect l="l" t="t" r="r" b="b"/>
              <a:pathLst>
                <a:path w="1133" h="2265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lnTo>
                    <a:pt x="0" y="1700"/>
                  </a:lnTo>
                  <a:cubicBezTo>
                    <a:pt x="0" y="2011"/>
                    <a:pt x="251" y="2265"/>
                    <a:pt x="565" y="2265"/>
                  </a:cubicBezTo>
                  <a:cubicBezTo>
                    <a:pt x="879" y="2265"/>
                    <a:pt x="1133" y="2011"/>
                    <a:pt x="1133" y="1700"/>
                  </a:cubicBezTo>
                  <a:lnTo>
                    <a:pt x="1133" y="568"/>
                  </a:lnTo>
                  <a:cubicBezTo>
                    <a:pt x="1133" y="254"/>
                    <a:pt x="879" y="0"/>
                    <a:pt x="5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4" name="Google Shape;8542;p67">
              <a:extLst>
                <a:ext uri="{FF2B5EF4-FFF2-40B4-BE49-F238E27FC236}">
                  <a16:creationId xmlns:a16="http://schemas.microsoft.com/office/drawing/2014/main" id="{24C23DAA-4D82-0EB3-F1AA-164DEB7737D1}"/>
                </a:ext>
              </a:extLst>
            </p:cNvPr>
            <p:cNvSpPr/>
            <p:nvPr/>
          </p:nvSpPr>
          <p:spPr>
            <a:xfrm>
              <a:off x="6328725" y="2644250"/>
              <a:ext cx="28325" cy="56625"/>
            </a:xfrm>
            <a:custGeom>
              <a:avLst/>
              <a:gdLst/>
              <a:ahLst/>
              <a:cxnLst/>
              <a:rect l="l" t="t" r="r" b="b"/>
              <a:pathLst>
                <a:path w="1133" h="2265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lnTo>
                    <a:pt x="0" y="1700"/>
                  </a:lnTo>
                  <a:cubicBezTo>
                    <a:pt x="0" y="2011"/>
                    <a:pt x="251" y="2265"/>
                    <a:pt x="565" y="2265"/>
                  </a:cubicBezTo>
                  <a:cubicBezTo>
                    <a:pt x="879" y="2265"/>
                    <a:pt x="1133" y="2011"/>
                    <a:pt x="1133" y="1700"/>
                  </a:cubicBezTo>
                  <a:lnTo>
                    <a:pt x="1133" y="568"/>
                  </a:lnTo>
                  <a:cubicBezTo>
                    <a:pt x="1133" y="254"/>
                    <a:pt x="879" y="0"/>
                    <a:pt x="5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95" name="Google Shape;9894;p71">
            <a:extLst>
              <a:ext uri="{FF2B5EF4-FFF2-40B4-BE49-F238E27FC236}">
                <a16:creationId xmlns:a16="http://schemas.microsoft.com/office/drawing/2014/main" id="{B0114602-6458-FC8B-A91D-990B2408424C}"/>
              </a:ext>
            </a:extLst>
          </p:cNvPr>
          <p:cNvGrpSpPr/>
          <p:nvPr/>
        </p:nvGrpSpPr>
        <p:grpSpPr>
          <a:xfrm>
            <a:off x="5046630" y="3045897"/>
            <a:ext cx="359154" cy="360109"/>
            <a:chOff x="-44528075" y="1982825"/>
            <a:chExt cx="300900" cy="301700"/>
          </a:xfrm>
          <a:solidFill>
            <a:schemeClr val="tx1">
              <a:lumMod val="95000"/>
            </a:schemeClr>
          </a:solidFill>
        </p:grpSpPr>
        <p:sp>
          <p:nvSpPr>
            <p:cNvPr id="396" name="Google Shape;9895;p71">
              <a:extLst>
                <a:ext uri="{FF2B5EF4-FFF2-40B4-BE49-F238E27FC236}">
                  <a16:creationId xmlns:a16="http://schemas.microsoft.com/office/drawing/2014/main" id="{B689C862-8367-10F7-6E5D-3BCF26DB573A}"/>
                </a:ext>
              </a:extLst>
            </p:cNvPr>
            <p:cNvSpPr/>
            <p:nvPr/>
          </p:nvSpPr>
          <p:spPr>
            <a:xfrm>
              <a:off x="-44528075" y="1982825"/>
              <a:ext cx="300900" cy="301700"/>
            </a:xfrm>
            <a:custGeom>
              <a:avLst/>
              <a:gdLst/>
              <a:ahLst/>
              <a:cxnLst/>
              <a:rect l="l" t="t" r="r" b="b"/>
              <a:pathLst>
                <a:path w="12036" h="12068" extrusionOk="0">
                  <a:moveTo>
                    <a:pt x="9547" y="2175"/>
                  </a:moveTo>
                  <a:cubicBezTo>
                    <a:pt x="9736" y="2175"/>
                    <a:pt x="9893" y="2332"/>
                    <a:pt x="9893" y="2521"/>
                  </a:cubicBezTo>
                  <a:lnTo>
                    <a:pt x="9893" y="9547"/>
                  </a:lnTo>
                  <a:cubicBezTo>
                    <a:pt x="9893" y="9736"/>
                    <a:pt x="9736" y="9893"/>
                    <a:pt x="9547" y="9893"/>
                  </a:cubicBezTo>
                  <a:lnTo>
                    <a:pt x="2552" y="9893"/>
                  </a:lnTo>
                  <a:cubicBezTo>
                    <a:pt x="2332" y="9893"/>
                    <a:pt x="2206" y="9736"/>
                    <a:pt x="2206" y="9547"/>
                  </a:cubicBezTo>
                  <a:lnTo>
                    <a:pt x="2206" y="2521"/>
                  </a:lnTo>
                  <a:cubicBezTo>
                    <a:pt x="2206" y="2332"/>
                    <a:pt x="2332" y="2175"/>
                    <a:pt x="2552" y="2175"/>
                  </a:cubicBezTo>
                  <a:close/>
                  <a:moveTo>
                    <a:pt x="3183" y="1"/>
                  </a:moveTo>
                  <a:cubicBezTo>
                    <a:pt x="2994" y="1"/>
                    <a:pt x="2836" y="158"/>
                    <a:pt x="2836" y="347"/>
                  </a:cubicBezTo>
                  <a:lnTo>
                    <a:pt x="2836" y="1419"/>
                  </a:lnTo>
                  <a:lnTo>
                    <a:pt x="2458" y="1419"/>
                  </a:lnTo>
                  <a:cubicBezTo>
                    <a:pt x="1891" y="1419"/>
                    <a:pt x="1418" y="1891"/>
                    <a:pt x="1418" y="2490"/>
                  </a:cubicBezTo>
                  <a:lnTo>
                    <a:pt x="1418" y="2836"/>
                  </a:lnTo>
                  <a:lnTo>
                    <a:pt x="347" y="2836"/>
                  </a:lnTo>
                  <a:cubicBezTo>
                    <a:pt x="158" y="2836"/>
                    <a:pt x="1" y="2994"/>
                    <a:pt x="1" y="3183"/>
                  </a:cubicBezTo>
                  <a:cubicBezTo>
                    <a:pt x="1" y="3372"/>
                    <a:pt x="158" y="3529"/>
                    <a:pt x="347" y="3529"/>
                  </a:cubicBezTo>
                  <a:lnTo>
                    <a:pt x="1418" y="3529"/>
                  </a:lnTo>
                  <a:lnTo>
                    <a:pt x="1418" y="4254"/>
                  </a:lnTo>
                  <a:lnTo>
                    <a:pt x="347" y="4254"/>
                  </a:lnTo>
                  <a:cubicBezTo>
                    <a:pt x="158" y="4254"/>
                    <a:pt x="1" y="4412"/>
                    <a:pt x="1" y="4601"/>
                  </a:cubicBezTo>
                  <a:cubicBezTo>
                    <a:pt x="1" y="4821"/>
                    <a:pt x="158" y="4979"/>
                    <a:pt x="347" y="4979"/>
                  </a:cubicBezTo>
                  <a:lnTo>
                    <a:pt x="1418" y="4979"/>
                  </a:lnTo>
                  <a:lnTo>
                    <a:pt x="1418" y="5672"/>
                  </a:ln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39"/>
                    <a:pt x="158" y="6396"/>
                    <a:pt x="347" y="6396"/>
                  </a:cubicBezTo>
                  <a:lnTo>
                    <a:pt x="1418" y="6396"/>
                  </a:lnTo>
                  <a:lnTo>
                    <a:pt x="1418" y="7090"/>
                  </a:lnTo>
                  <a:lnTo>
                    <a:pt x="347" y="7090"/>
                  </a:lnTo>
                  <a:cubicBezTo>
                    <a:pt x="158" y="7090"/>
                    <a:pt x="1" y="7247"/>
                    <a:pt x="1" y="7436"/>
                  </a:cubicBezTo>
                  <a:cubicBezTo>
                    <a:pt x="1" y="7657"/>
                    <a:pt x="158" y="7814"/>
                    <a:pt x="347" y="7814"/>
                  </a:cubicBezTo>
                  <a:lnTo>
                    <a:pt x="1418" y="7814"/>
                  </a:lnTo>
                  <a:lnTo>
                    <a:pt x="1418" y="8507"/>
                  </a:lnTo>
                  <a:lnTo>
                    <a:pt x="347" y="8507"/>
                  </a:lnTo>
                  <a:cubicBezTo>
                    <a:pt x="158" y="8507"/>
                    <a:pt x="1" y="8665"/>
                    <a:pt x="1" y="8854"/>
                  </a:cubicBezTo>
                  <a:cubicBezTo>
                    <a:pt x="1" y="9074"/>
                    <a:pt x="158" y="9232"/>
                    <a:pt x="347" y="9232"/>
                  </a:cubicBezTo>
                  <a:lnTo>
                    <a:pt x="1418" y="9232"/>
                  </a:lnTo>
                  <a:lnTo>
                    <a:pt x="1418" y="9578"/>
                  </a:lnTo>
                  <a:cubicBezTo>
                    <a:pt x="1418" y="10177"/>
                    <a:pt x="1891" y="10650"/>
                    <a:pt x="2458" y="10650"/>
                  </a:cubicBezTo>
                  <a:lnTo>
                    <a:pt x="2836" y="10650"/>
                  </a:lnTo>
                  <a:lnTo>
                    <a:pt x="2836" y="11689"/>
                  </a:lnTo>
                  <a:cubicBezTo>
                    <a:pt x="2836" y="11910"/>
                    <a:pt x="2994" y="12067"/>
                    <a:pt x="3183" y="12067"/>
                  </a:cubicBezTo>
                  <a:cubicBezTo>
                    <a:pt x="3372" y="12067"/>
                    <a:pt x="3529" y="11910"/>
                    <a:pt x="3529" y="11689"/>
                  </a:cubicBezTo>
                  <a:lnTo>
                    <a:pt x="3529" y="10555"/>
                  </a:lnTo>
                  <a:lnTo>
                    <a:pt x="4254" y="10555"/>
                  </a:lnTo>
                  <a:lnTo>
                    <a:pt x="4254" y="11626"/>
                  </a:lnTo>
                  <a:cubicBezTo>
                    <a:pt x="4254" y="11815"/>
                    <a:pt x="4411" y="11973"/>
                    <a:pt x="4600" y="11973"/>
                  </a:cubicBezTo>
                  <a:cubicBezTo>
                    <a:pt x="4789" y="11973"/>
                    <a:pt x="4947" y="11815"/>
                    <a:pt x="4947" y="11626"/>
                  </a:cubicBezTo>
                  <a:lnTo>
                    <a:pt x="4947" y="10555"/>
                  </a:lnTo>
                  <a:lnTo>
                    <a:pt x="5671" y="10555"/>
                  </a:lnTo>
                  <a:lnTo>
                    <a:pt x="5671" y="11626"/>
                  </a:lnTo>
                  <a:cubicBezTo>
                    <a:pt x="5671" y="11815"/>
                    <a:pt x="5829" y="11973"/>
                    <a:pt x="6018" y="11973"/>
                  </a:cubicBezTo>
                  <a:cubicBezTo>
                    <a:pt x="6207" y="11973"/>
                    <a:pt x="6365" y="11815"/>
                    <a:pt x="6365" y="11626"/>
                  </a:cubicBezTo>
                  <a:lnTo>
                    <a:pt x="6365" y="10555"/>
                  </a:lnTo>
                  <a:lnTo>
                    <a:pt x="7089" y="10555"/>
                  </a:lnTo>
                  <a:lnTo>
                    <a:pt x="7089" y="11626"/>
                  </a:lnTo>
                  <a:cubicBezTo>
                    <a:pt x="7089" y="11815"/>
                    <a:pt x="7247" y="11973"/>
                    <a:pt x="7436" y="11973"/>
                  </a:cubicBezTo>
                  <a:cubicBezTo>
                    <a:pt x="7625" y="11973"/>
                    <a:pt x="7782" y="11815"/>
                    <a:pt x="7782" y="11626"/>
                  </a:cubicBezTo>
                  <a:lnTo>
                    <a:pt x="7782" y="10555"/>
                  </a:lnTo>
                  <a:lnTo>
                    <a:pt x="8507" y="10555"/>
                  </a:lnTo>
                  <a:lnTo>
                    <a:pt x="8507" y="11626"/>
                  </a:lnTo>
                  <a:cubicBezTo>
                    <a:pt x="8507" y="11815"/>
                    <a:pt x="8664" y="11973"/>
                    <a:pt x="8853" y="11973"/>
                  </a:cubicBezTo>
                  <a:cubicBezTo>
                    <a:pt x="9042" y="11973"/>
                    <a:pt x="9200" y="11815"/>
                    <a:pt x="9200" y="11626"/>
                  </a:cubicBezTo>
                  <a:lnTo>
                    <a:pt x="9200" y="10555"/>
                  </a:lnTo>
                  <a:lnTo>
                    <a:pt x="9547" y="10555"/>
                  </a:lnTo>
                  <a:cubicBezTo>
                    <a:pt x="10145" y="10555"/>
                    <a:pt x="10618" y="10082"/>
                    <a:pt x="10618" y="9484"/>
                  </a:cubicBezTo>
                  <a:lnTo>
                    <a:pt x="10618" y="9137"/>
                  </a:lnTo>
                  <a:lnTo>
                    <a:pt x="11689" y="9137"/>
                  </a:lnTo>
                  <a:cubicBezTo>
                    <a:pt x="11878" y="9137"/>
                    <a:pt x="12035" y="8980"/>
                    <a:pt x="12035" y="8791"/>
                  </a:cubicBezTo>
                  <a:cubicBezTo>
                    <a:pt x="12035" y="8602"/>
                    <a:pt x="11878" y="8444"/>
                    <a:pt x="11689" y="8444"/>
                  </a:cubicBezTo>
                  <a:lnTo>
                    <a:pt x="10618" y="8444"/>
                  </a:lnTo>
                  <a:lnTo>
                    <a:pt x="10618" y="7720"/>
                  </a:lnTo>
                  <a:lnTo>
                    <a:pt x="11689" y="7720"/>
                  </a:lnTo>
                  <a:cubicBezTo>
                    <a:pt x="11878" y="7720"/>
                    <a:pt x="12035" y="7562"/>
                    <a:pt x="12035" y="7373"/>
                  </a:cubicBezTo>
                  <a:cubicBezTo>
                    <a:pt x="12035" y="7153"/>
                    <a:pt x="11878" y="6995"/>
                    <a:pt x="11689" y="6995"/>
                  </a:cubicBezTo>
                  <a:lnTo>
                    <a:pt x="10618" y="6995"/>
                  </a:lnTo>
                  <a:lnTo>
                    <a:pt x="10618" y="6302"/>
                  </a:lnTo>
                  <a:lnTo>
                    <a:pt x="11689" y="6302"/>
                  </a:lnTo>
                  <a:cubicBezTo>
                    <a:pt x="11878" y="6302"/>
                    <a:pt x="12035" y="6144"/>
                    <a:pt x="12035" y="5955"/>
                  </a:cubicBezTo>
                  <a:cubicBezTo>
                    <a:pt x="12035" y="5735"/>
                    <a:pt x="11878" y="5577"/>
                    <a:pt x="11689" y="5577"/>
                  </a:cubicBezTo>
                  <a:lnTo>
                    <a:pt x="10618" y="5577"/>
                  </a:lnTo>
                  <a:lnTo>
                    <a:pt x="10618" y="4884"/>
                  </a:lnTo>
                  <a:lnTo>
                    <a:pt x="11689" y="4884"/>
                  </a:lnTo>
                  <a:lnTo>
                    <a:pt x="11689" y="4979"/>
                  </a:lnTo>
                  <a:cubicBezTo>
                    <a:pt x="11878" y="4979"/>
                    <a:pt x="12035" y="4821"/>
                    <a:pt x="12035" y="4601"/>
                  </a:cubicBezTo>
                  <a:cubicBezTo>
                    <a:pt x="12035" y="4412"/>
                    <a:pt x="11878" y="4254"/>
                    <a:pt x="11689" y="4254"/>
                  </a:cubicBezTo>
                  <a:lnTo>
                    <a:pt x="10618" y="4254"/>
                  </a:lnTo>
                  <a:lnTo>
                    <a:pt x="10618" y="3529"/>
                  </a:lnTo>
                  <a:lnTo>
                    <a:pt x="11689" y="3529"/>
                  </a:lnTo>
                  <a:cubicBezTo>
                    <a:pt x="11878" y="3529"/>
                    <a:pt x="12035" y="3372"/>
                    <a:pt x="12035" y="3183"/>
                  </a:cubicBezTo>
                  <a:cubicBezTo>
                    <a:pt x="12035" y="2994"/>
                    <a:pt x="11878" y="2836"/>
                    <a:pt x="11689" y="2836"/>
                  </a:cubicBezTo>
                  <a:lnTo>
                    <a:pt x="10618" y="2836"/>
                  </a:lnTo>
                  <a:lnTo>
                    <a:pt x="10618" y="2490"/>
                  </a:lnTo>
                  <a:cubicBezTo>
                    <a:pt x="10618" y="1891"/>
                    <a:pt x="10145" y="1419"/>
                    <a:pt x="9547" y="1419"/>
                  </a:cubicBezTo>
                  <a:lnTo>
                    <a:pt x="9200" y="1419"/>
                  </a:lnTo>
                  <a:lnTo>
                    <a:pt x="9200" y="347"/>
                  </a:lnTo>
                  <a:cubicBezTo>
                    <a:pt x="9200" y="158"/>
                    <a:pt x="9042" y="1"/>
                    <a:pt x="8853" y="1"/>
                  </a:cubicBezTo>
                  <a:cubicBezTo>
                    <a:pt x="8664" y="1"/>
                    <a:pt x="8507" y="158"/>
                    <a:pt x="8507" y="347"/>
                  </a:cubicBezTo>
                  <a:lnTo>
                    <a:pt x="8507" y="1419"/>
                  </a:lnTo>
                  <a:lnTo>
                    <a:pt x="7782" y="1419"/>
                  </a:lnTo>
                  <a:lnTo>
                    <a:pt x="7782" y="347"/>
                  </a:lnTo>
                  <a:cubicBezTo>
                    <a:pt x="7782" y="158"/>
                    <a:pt x="7625" y="1"/>
                    <a:pt x="7436" y="1"/>
                  </a:cubicBezTo>
                  <a:cubicBezTo>
                    <a:pt x="7247" y="1"/>
                    <a:pt x="7089" y="158"/>
                    <a:pt x="7089" y="347"/>
                  </a:cubicBezTo>
                  <a:lnTo>
                    <a:pt x="7089" y="1419"/>
                  </a:lnTo>
                  <a:lnTo>
                    <a:pt x="6365" y="1419"/>
                  </a:ln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ubicBezTo>
                    <a:pt x="5829" y="1"/>
                    <a:pt x="5671" y="158"/>
                    <a:pt x="5671" y="347"/>
                  </a:cubicBezTo>
                  <a:lnTo>
                    <a:pt x="5671" y="1419"/>
                  </a:lnTo>
                  <a:lnTo>
                    <a:pt x="4947" y="1419"/>
                  </a:lnTo>
                  <a:lnTo>
                    <a:pt x="4947" y="347"/>
                  </a:lnTo>
                  <a:cubicBezTo>
                    <a:pt x="4947" y="158"/>
                    <a:pt x="4789" y="1"/>
                    <a:pt x="4600" y="1"/>
                  </a:cubicBezTo>
                  <a:cubicBezTo>
                    <a:pt x="4411" y="1"/>
                    <a:pt x="4254" y="158"/>
                    <a:pt x="4254" y="347"/>
                  </a:cubicBezTo>
                  <a:lnTo>
                    <a:pt x="4254" y="1419"/>
                  </a:lnTo>
                  <a:lnTo>
                    <a:pt x="3529" y="1419"/>
                  </a:lnTo>
                  <a:lnTo>
                    <a:pt x="3529" y="347"/>
                  </a:lnTo>
                  <a:cubicBezTo>
                    <a:pt x="3529" y="158"/>
                    <a:pt x="3372" y="1"/>
                    <a:pt x="318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9896;p71">
              <a:extLst>
                <a:ext uri="{FF2B5EF4-FFF2-40B4-BE49-F238E27FC236}">
                  <a16:creationId xmlns:a16="http://schemas.microsoft.com/office/drawing/2014/main" id="{4B13583F-4FE7-7C64-E142-AE39D6E160EC}"/>
                </a:ext>
              </a:extLst>
            </p:cNvPr>
            <p:cNvSpPr/>
            <p:nvPr/>
          </p:nvSpPr>
          <p:spPr>
            <a:xfrm>
              <a:off x="-44455600" y="2053725"/>
              <a:ext cx="17350" cy="18125"/>
            </a:xfrm>
            <a:custGeom>
              <a:avLst/>
              <a:gdLst/>
              <a:ahLst/>
              <a:cxnLst/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9897;p71">
              <a:extLst>
                <a:ext uri="{FF2B5EF4-FFF2-40B4-BE49-F238E27FC236}">
                  <a16:creationId xmlns:a16="http://schemas.microsoft.com/office/drawing/2014/main" id="{FF1FABEB-8839-1B63-9F63-CEE1025E5D99}"/>
                </a:ext>
              </a:extLst>
            </p:cNvPr>
            <p:cNvSpPr/>
            <p:nvPr/>
          </p:nvSpPr>
          <p:spPr>
            <a:xfrm>
              <a:off x="-44455600" y="2194700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9898;p71">
              <a:extLst>
                <a:ext uri="{FF2B5EF4-FFF2-40B4-BE49-F238E27FC236}">
                  <a16:creationId xmlns:a16="http://schemas.microsoft.com/office/drawing/2014/main" id="{BB958F9F-1BBB-B7DF-454B-F833AC02C834}"/>
                </a:ext>
              </a:extLst>
            </p:cNvPr>
            <p:cNvSpPr/>
            <p:nvPr/>
          </p:nvSpPr>
          <p:spPr>
            <a:xfrm>
              <a:off x="-44314625" y="2194700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9899;p71">
              <a:extLst>
                <a:ext uri="{FF2B5EF4-FFF2-40B4-BE49-F238E27FC236}">
                  <a16:creationId xmlns:a16="http://schemas.microsoft.com/office/drawing/2014/main" id="{D5371B56-291C-9329-CB20-CDE194EA4309}"/>
                </a:ext>
              </a:extLst>
            </p:cNvPr>
            <p:cNvSpPr/>
            <p:nvPr/>
          </p:nvSpPr>
          <p:spPr>
            <a:xfrm>
              <a:off x="-44314625" y="2053725"/>
              <a:ext cx="17350" cy="18125"/>
            </a:xfrm>
            <a:custGeom>
              <a:avLst/>
              <a:gdLst/>
              <a:ahLst/>
              <a:cxnLst/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9900;p71">
              <a:extLst>
                <a:ext uri="{FF2B5EF4-FFF2-40B4-BE49-F238E27FC236}">
                  <a16:creationId xmlns:a16="http://schemas.microsoft.com/office/drawing/2014/main" id="{22CF89CC-B36D-767C-B392-33E1F944FE62}"/>
                </a:ext>
              </a:extLst>
            </p:cNvPr>
            <p:cNvSpPr/>
            <p:nvPr/>
          </p:nvSpPr>
          <p:spPr>
            <a:xfrm>
              <a:off x="-44447725" y="2062375"/>
              <a:ext cx="143350" cy="140225"/>
            </a:xfrm>
            <a:custGeom>
              <a:avLst/>
              <a:gdLst/>
              <a:ahLst/>
              <a:cxnLst/>
              <a:rect l="l" t="t" r="r" b="b"/>
              <a:pathLst>
                <a:path w="5734" h="5609" extrusionOk="0">
                  <a:moveTo>
                    <a:pt x="3182" y="757"/>
                  </a:moveTo>
                  <a:lnTo>
                    <a:pt x="3182" y="883"/>
                  </a:lnTo>
                  <a:cubicBezTo>
                    <a:pt x="3182" y="1041"/>
                    <a:pt x="3277" y="1167"/>
                    <a:pt x="3434" y="1198"/>
                  </a:cubicBezTo>
                  <a:cubicBezTo>
                    <a:pt x="3623" y="1261"/>
                    <a:pt x="3812" y="1387"/>
                    <a:pt x="3970" y="1513"/>
                  </a:cubicBezTo>
                  <a:cubicBezTo>
                    <a:pt x="4049" y="1553"/>
                    <a:pt x="4142" y="1593"/>
                    <a:pt x="4231" y="1593"/>
                  </a:cubicBezTo>
                  <a:cubicBezTo>
                    <a:pt x="4282" y="1593"/>
                    <a:pt x="4333" y="1579"/>
                    <a:pt x="4379" y="1545"/>
                  </a:cubicBezTo>
                  <a:lnTo>
                    <a:pt x="4505" y="1482"/>
                  </a:lnTo>
                  <a:lnTo>
                    <a:pt x="4852" y="2049"/>
                  </a:lnTo>
                  <a:lnTo>
                    <a:pt x="4726" y="2143"/>
                  </a:lnTo>
                  <a:cubicBezTo>
                    <a:pt x="4600" y="2206"/>
                    <a:pt x="4537" y="2364"/>
                    <a:pt x="4568" y="2490"/>
                  </a:cubicBezTo>
                  <a:cubicBezTo>
                    <a:pt x="4600" y="2710"/>
                    <a:pt x="4600" y="2899"/>
                    <a:pt x="4568" y="3120"/>
                  </a:cubicBezTo>
                  <a:cubicBezTo>
                    <a:pt x="4537" y="3277"/>
                    <a:pt x="4600" y="3403"/>
                    <a:pt x="4726" y="3466"/>
                  </a:cubicBezTo>
                  <a:lnTo>
                    <a:pt x="4852" y="3561"/>
                  </a:lnTo>
                  <a:lnTo>
                    <a:pt x="4505" y="4128"/>
                  </a:lnTo>
                  <a:lnTo>
                    <a:pt x="4379" y="4065"/>
                  </a:lnTo>
                  <a:cubicBezTo>
                    <a:pt x="4323" y="4037"/>
                    <a:pt x="4260" y="4021"/>
                    <a:pt x="4196" y="4021"/>
                  </a:cubicBezTo>
                  <a:cubicBezTo>
                    <a:pt x="4118" y="4021"/>
                    <a:pt x="4039" y="4044"/>
                    <a:pt x="3970" y="4097"/>
                  </a:cubicBezTo>
                  <a:cubicBezTo>
                    <a:pt x="3812" y="4254"/>
                    <a:pt x="3623" y="4349"/>
                    <a:pt x="3434" y="4412"/>
                  </a:cubicBezTo>
                  <a:cubicBezTo>
                    <a:pt x="3277" y="4475"/>
                    <a:pt x="3182" y="4632"/>
                    <a:pt x="3182" y="4727"/>
                  </a:cubicBezTo>
                  <a:lnTo>
                    <a:pt x="3182" y="4853"/>
                  </a:lnTo>
                  <a:lnTo>
                    <a:pt x="2489" y="4853"/>
                  </a:lnTo>
                  <a:lnTo>
                    <a:pt x="2489" y="4727"/>
                  </a:lnTo>
                  <a:cubicBezTo>
                    <a:pt x="2489" y="4569"/>
                    <a:pt x="2394" y="4475"/>
                    <a:pt x="2237" y="4412"/>
                  </a:cubicBezTo>
                  <a:cubicBezTo>
                    <a:pt x="2048" y="4349"/>
                    <a:pt x="1859" y="4223"/>
                    <a:pt x="1701" y="4097"/>
                  </a:cubicBezTo>
                  <a:cubicBezTo>
                    <a:pt x="1622" y="4057"/>
                    <a:pt x="1529" y="4017"/>
                    <a:pt x="1440" y="4017"/>
                  </a:cubicBezTo>
                  <a:cubicBezTo>
                    <a:pt x="1389" y="4017"/>
                    <a:pt x="1338" y="4030"/>
                    <a:pt x="1292" y="4065"/>
                  </a:cubicBezTo>
                  <a:lnTo>
                    <a:pt x="1166" y="4128"/>
                  </a:lnTo>
                  <a:lnTo>
                    <a:pt x="819" y="3561"/>
                  </a:lnTo>
                  <a:lnTo>
                    <a:pt x="945" y="3466"/>
                  </a:lnTo>
                  <a:cubicBezTo>
                    <a:pt x="1071" y="3403"/>
                    <a:pt x="1134" y="3246"/>
                    <a:pt x="1103" y="3120"/>
                  </a:cubicBezTo>
                  <a:cubicBezTo>
                    <a:pt x="1071" y="2899"/>
                    <a:pt x="1071" y="2710"/>
                    <a:pt x="1103" y="2490"/>
                  </a:cubicBezTo>
                  <a:cubicBezTo>
                    <a:pt x="1134" y="2332"/>
                    <a:pt x="1071" y="2206"/>
                    <a:pt x="945" y="2143"/>
                  </a:cubicBezTo>
                  <a:lnTo>
                    <a:pt x="819" y="2049"/>
                  </a:lnTo>
                  <a:lnTo>
                    <a:pt x="1166" y="1482"/>
                  </a:lnTo>
                  <a:lnTo>
                    <a:pt x="1292" y="1545"/>
                  </a:lnTo>
                  <a:cubicBezTo>
                    <a:pt x="1350" y="1589"/>
                    <a:pt x="1416" y="1612"/>
                    <a:pt x="1481" y="1612"/>
                  </a:cubicBezTo>
                  <a:cubicBezTo>
                    <a:pt x="1557" y="1612"/>
                    <a:pt x="1634" y="1581"/>
                    <a:pt x="1701" y="1513"/>
                  </a:cubicBezTo>
                  <a:cubicBezTo>
                    <a:pt x="1859" y="1356"/>
                    <a:pt x="2048" y="1261"/>
                    <a:pt x="2237" y="1198"/>
                  </a:cubicBezTo>
                  <a:cubicBezTo>
                    <a:pt x="2394" y="1167"/>
                    <a:pt x="2489" y="1009"/>
                    <a:pt x="2489" y="883"/>
                  </a:cubicBezTo>
                  <a:lnTo>
                    <a:pt x="2489" y="757"/>
                  </a:lnTo>
                  <a:close/>
                  <a:moveTo>
                    <a:pt x="2174" y="1"/>
                  </a:moveTo>
                  <a:cubicBezTo>
                    <a:pt x="1953" y="1"/>
                    <a:pt x="1796" y="158"/>
                    <a:pt x="1796" y="347"/>
                  </a:cubicBezTo>
                  <a:lnTo>
                    <a:pt x="1796" y="599"/>
                  </a:lnTo>
                  <a:cubicBezTo>
                    <a:pt x="1701" y="631"/>
                    <a:pt x="1575" y="726"/>
                    <a:pt x="1481" y="789"/>
                  </a:cubicBezTo>
                  <a:lnTo>
                    <a:pt x="1292" y="663"/>
                  </a:lnTo>
                  <a:cubicBezTo>
                    <a:pt x="1242" y="643"/>
                    <a:pt x="1186" y="632"/>
                    <a:pt x="1129" y="632"/>
                  </a:cubicBezTo>
                  <a:cubicBezTo>
                    <a:pt x="1007" y="632"/>
                    <a:pt x="884" y="681"/>
                    <a:pt x="819" y="789"/>
                  </a:cubicBezTo>
                  <a:lnTo>
                    <a:pt x="126" y="2017"/>
                  </a:lnTo>
                  <a:cubicBezTo>
                    <a:pt x="32" y="2175"/>
                    <a:pt x="63" y="2395"/>
                    <a:pt x="221" y="2490"/>
                  </a:cubicBezTo>
                  <a:lnTo>
                    <a:pt x="441" y="2616"/>
                  </a:lnTo>
                  <a:lnTo>
                    <a:pt x="441" y="2994"/>
                  </a:lnTo>
                  <a:lnTo>
                    <a:pt x="221" y="3120"/>
                  </a:lnTo>
                  <a:cubicBezTo>
                    <a:pt x="95" y="3183"/>
                    <a:pt x="0" y="3435"/>
                    <a:pt x="126" y="3592"/>
                  </a:cubicBezTo>
                  <a:lnTo>
                    <a:pt x="819" y="4821"/>
                  </a:lnTo>
                  <a:cubicBezTo>
                    <a:pt x="879" y="4921"/>
                    <a:pt x="989" y="4983"/>
                    <a:pt x="1102" y="4983"/>
                  </a:cubicBezTo>
                  <a:cubicBezTo>
                    <a:pt x="1168" y="4983"/>
                    <a:pt x="1234" y="4962"/>
                    <a:pt x="1292" y="4916"/>
                  </a:cubicBezTo>
                  <a:lnTo>
                    <a:pt x="1481" y="4821"/>
                  </a:lnTo>
                  <a:cubicBezTo>
                    <a:pt x="1607" y="4884"/>
                    <a:pt x="1733" y="4979"/>
                    <a:pt x="1796" y="5010"/>
                  </a:cubicBezTo>
                  <a:lnTo>
                    <a:pt x="1796" y="5231"/>
                  </a:lnTo>
                  <a:cubicBezTo>
                    <a:pt x="1796" y="5451"/>
                    <a:pt x="1953" y="5609"/>
                    <a:pt x="2174" y="5609"/>
                  </a:cubicBezTo>
                  <a:lnTo>
                    <a:pt x="3592" y="5609"/>
                  </a:lnTo>
                  <a:cubicBezTo>
                    <a:pt x="3781" y="5609"/>
                    <a:pt x="3938" y="5451"/>
                    <a:pt x="3938" y="5231"/>
                  </a:cubicBezTo>
                  <a:lnTo>
                    <a:pt x="3938" y="5010"/>
                  </a:lnTo>
                  <a:cubicBezTo>
                    <a:pt x="4064" y="4979"/>
                    <a:pt x="4159" y="4884"/>
                    <a:pt x="4253" y="4821"/>
                  </a:cubicBezTo>
                  <a:lnTo>
                    <a:pt x="4442" y="4916"/>
                  </a:lnTo>
                  <a:cubicBezTo>
                    <a:pt x="4501" y="4951"/>
                    <a:pt x="4574" y="4969"/>
                    <a:pt x="4644" y="4969"/>
                  </a:cubicBezTo>
                  <a:cubicBezTo>
                    <a:pt x="4762" y="4969"/>
                    <a:pt x="4875" y="4920"/>
                    <a:pt x="4915" y="4821"/>
                  </a:cubicBezTo>
                  <a:lnTo>
                    <a:pt x="5639" y="3592"/>
                  </a:lnTo>
                  <a:cubicBezTo>
                    <a:pt x="5702" y="3435"/>
                    <a:pt x="5671" y="3246"/>
                    <a:pt x="5513" y="3120"/>
                  </a:cubicBezTo>
                  <a:lnTo>
                    <a:pt x="5324" y="2994"/>
                  </a:lnTo>
                  <a:lnTo>
                    <a:pt x="5324" y="2616"/>
                  </a:lnTo>
                  <a:lnTo>
                    <a:pt x="5513" y="2490"/>
                  </a:lnTo>
                  <a:cubicBezTo>
                    <a:pt x="5671" y="2395"/>
                    <a:pt x="5734" y="2175"/>
                    <a:pt x="5639" y="2017"/>
                  </a:cubicBezTo>
                  <a:lnTo>
                    <a:pt x="4915" y="789"/>
                  </a:lnTo>
                  <a:cubicBezTo>
                    <a:pt x="4872" y="681"/>
                    <a:pt x="4742" y="618"/>
                    <a:pt x="4614" y="618"/>
                  </a:cubicBezTo>
                  <a:cubicBezTo>
                    <a:pt x="4553" y="618"/>
                    <a:pt x="4493" y="632"/>
                    <a:pt x="4442" y="663"/>
                  </a:cubicBezTo>
                  <a:lnTo>
                    <a:pt x="4253" y="789"/>
                  </a:lnTo>
                  <a:cubicBezTo>
                    <a:pt x="4127" y="726"/>
                    <a:pt x="4001" y="631"/>
                    <a:pt x="3938" y="599"/>
                  </a:cubicBezTo>
                  <a:lnTo>
                    <a:pt x="3938" y="347"/>
                  </a:lnTo>
                  <a:cubicBezTo>
                    <a:pt x="3938" y="158"/>
                    <a:pt x="3781" y="1"/>
                    <a:pt x="3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9901;p71">
              <a:extLst>
                <a:ext uri="{FF2B5EF4-FFF2-40B4-BE49-F238E27FC236}">
                  <a16:creationId xmlns:a16="http://schemas.microsoft.com/office/drawing/2014/main" id="{F45D82D4-7062-8576-ED9C-007048E1C6C8}"/>
                </a:ext>
              </a:extLst>
            </p:cNvPr>
            <p:cNvSpPr/>
            <p:nvPr/>
          </p:nvSpPr>
          <p:spPr>
            <a:xfrm>
              <a:off x="-44403625" y="2107275"/>
              <a:ext cx="53575" cy="52800"/>
            </a:xfrm>
            <a:custGeom>
              <a:avLst/>
              <a:gdLst/>
              <a:ahLst/>
              <a:cxnLst/>
              <a:rect l="l" t="t" r="r" b="b"/>
              <a:pathLst>
                <a:path w="2143" h="2112" extrusionOk="0">
                  <a:moveTo>
                    <a:pt x="1072" y="662"/>
                  </a:moveTo>
                  <a:cubicBezTo>
                    <a:pt x="1261" y="662"/>
                    <a:pt x="1418" y="820"/>
                    <a:pt x="1418" y="1009"/>
                  </a:cubicBezTo>
                  <a:cubicBezTo>
                    <a:pt x="1418" y="1198"/>
                    <a:pt x="1261" y="1355"/>
                    <a:pt x="1072" y="1355"/>
                  </a:cubicBezTo>
                  <a:cubicBezTo>
                    <a:pt x="882" y="1355"/>
                    <a:pt x="725" y="1198"/>
                    <a:pt x="725" y="1009"/>
                  </a:cubicBezTo>
                  <a:cubicBezTo>
                    <a:pt x="725" y="820"/>
                    <a:pt x="882" y="662"/>
                    <a:pt x="1072" y="662"/>
                  </a:cubicBezTo>
                  <a:close/>
                  <a:moveTo>
                    <a:pt x="1072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639"/>
                    <a:pt x="473" y="2112"/>
                    <a:pt x="1072" y="2112"/>
                  </a:cubicBezTo>
                  <a:cubicBezTo>
                    <a:pt x="1670" y="2112"/>
                    <a:pt x="2143" y="1639"/>
                    <a:pt x="2143" y="1040"/>
                  </a:cubicBezTo>
                  <a:cubicBezTo>
                    <a:pt x="2143" y="473"/>
                    <a:pt x="1670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 tmFilter="0,0; 0.2,0.5; 0.8,0.5; 1,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2" grpId="0" build="p"/>
      <p:bldP spid="423" grpId="0" build="p"/>
      <p:bldP spid="424" grpId="0" build="p"/>
      <p:bldP spid="425" grpId="0" build="p"/>
      <p:bldP spid="426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>
            <a:spLocks noGrp="1" noEditPoints="1"/>
          </p:cNvSpPr>
          <p:nvPr>
            <p:ph type="ctrTitle"/>
          </p:nvPr>
        </p:nvSpPr>
        <p:spPr>
          <a:xfrm>
            <a:off x="2052825" y="6724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dirty="0">
                <a:solidFill>
                  <a:srgbClr val="FFCC00"/>
                </a:solidFill>
              </a:rPr>
              <a:t>Thank You</a:t>
            </a:r>
            <a:endParaRPr dirty="0">
              <a:solidFill>
                <a:srgbClr val="FFCC00"/>
              </a:solidFill>
            </a:endParaRPr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2510700" y="2388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/>
          <p:cNvPicPr preferRelativeResize="0"/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690;p55"/>
          <p:cNvPicPr preferRelativeResize="0"/>
          <p:nvPr/>
        </p:nvPicPr>
        <p:blipFill>
          <a:blip r:embed="rId4">
            <a:alphaModFix/>
          </a:blip>
          <a:srcRect/>
          <a:stretch>
            <a:fillRect/>
          </a:stretch>
        </p:blipFill>
        <p:spPr>
          <a:xfrm flipH="1">
            <a:off x="3473682" y="2469725"/>
            <a:ext cx="2539536" cy="181484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3253913" y="4377884"/>
            <a:ext cx="2979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CC00"/>
                </a:solidFill>
                <a:latin typeface="Montserrat ExtraBold" panose="00000900000000000000" pitchFamily="2" charset="0"/>
              </a:rPr>
              <a:t>Any Questions 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 0 L 0 -0.07213" pathEditMode="relative" ptsTypes="">
                                      <p:cBhvr>
                                        <p:cTn id="6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7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8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9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0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>
            <a:spLocks noGrp="1" noEditPoints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/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 panose="00000500000000000000" pitchFamily="2" charset="0"/>
                          <a:ea typeface="Montserrat" panose="00000500000000000000" pitchFamily="2" charset="0"/>
                          <a:cs typeface="Montserrat" panose="00000500000000000000" pitchFamily="2" charset="0"/>
                          <a:sym typeface="Montserrat" panose="00000500000000000000" pitchFamily="2" charset="0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 panose="00000500000000000000" pitchFamily="2" charset="0"/>
                        <a:ea typeface="Montserrat" panose="00000500000000000000" pitchFamily="2" charset="0"/>
                        <a:cs typeface="Montserrat" panose="00000500000000000000" pitchFamily="2" charset="0"/>
                        <a:sym typeface="Montserrat" panose="00000500000000000000" pitchFamily="2" charset="0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 panose="020B0604020202020204" pitchFamily="2" charset="0"/>
                          <a:ea typeface="DM Sans" panose="020B0604020202020204" pitchFamily="2" charset="0"/>
                          <a:cs typeface="DM Sans" panose="020B0604020202020204" pitchFamily="2" charset="0"/>
                          <a:sym typeface="DM Sans" panose="020B0604020202020204" pitchFamily="2" charset="0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 panose="020B0604020202020204" pitchFamily="2" charset="0"/>
                        <a:ea typeface="DM Sans" panose="020B0604020202020204" pitchFamily="2" charset="0"/>
                        <a:cs typeface="DM Sans" panose="020B0604020202020204" pitchFamily="2" charset="0"/>
                        <a:sym typeface="DM Sans" panose="020B0604020202020204" pitchFamily="2" charset="0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 panose="00000500000000000000" pitchFamily="2" charset="0"/>
                          <a:ea typeface="Montserrat" panose="00000500000000000000" pitchFamily="2" charset="0"/>
                          <a:cs typeface="Montserrat" panose="00000500000000000000" pitchFamily="2" charset="0"/>
                          <a:sym typeface="Montserrat" panose="00000500000000000000" pitchFamily="2" charset="0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 panose="00000500000000000000" pitchFamily="2" charset="0"/>
                        <a:ea typeface="Montserrat" panose="00000500000000000000" pitchFamily="2" charset="0"/>
                        <a:cs typeface="Montserrat" panose="00000500000000000000" pitchFamily="2" charset="0"/>
                        <a:sym typeface="Montserrat" panose="00000500000000000000" pitchFamily="2" charset="0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 panose="020B0604020202020204" pitchFamily="2" charset="0"/>
                          <a:ea typeface="DM Sans" panose="020B0604020202020204" pitchFamily="2" charset="0"/>
                          <a:cs typeface="DM Sans" panose="020B0604020202020204" pitchFamily="2" charset="0"/>
                          <a:sym typeface="DM Sans" panose="020B0604020202020204" pitchFamily="2" charset="0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 panose="020B0604020202020204" pitchFamily="2" charset="0"/>
                        <a:ea typeface="DM Sans" panose="020B0604020202020204" pitchFamily="2" charset="0"/>
                        <a:cs typeface="DM Sans" panose="020B0604020202020204" pitchFamily="2" charset="0"/>
                        <a:sym typeface="DM Sans" panose="020B0604020202020204" pitchFamily="2" charset="0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 panose="00000500000000000000" pitchFamily="2" charset="0"/>
                          <a:ea typeface="Montserrat" panose="00000500000000000000" pitchFamily="2" charset="0"/>
                          <a:cs typeface="Montserrat" panose="00000500000000000000" pitchFamily="2" charset="0"/>
                          <a:sym typeface="Montserrat" panose="00000500000000000000" pitchFamily="2" charset="0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 panose="00000500000000000000" pitchFamily="2" charset="0"/>
                        <a:ea typeface="Montserrat" panose="00000500000000000000" pitchFamily="2" charset="0"/>
                        <a:cs typeface="Montserrat" panose="00000500000000000000" pitchFamily="2" charset="0"/>
                        <a:sym typeface="Montserrat" panose="00000500000000000000" pitchFamily="2" charset="0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 panose="020B0604020202020204" pitchFamily="2" charset="0"/>
                          <a:ea typeface="DM Sans" panose="020B0604020202020204" pitchFamily="2" charset="0"/>
                          <a:cs typeface="DM Sans" panose="020B0604020202020204" pitchFamily="2" charset="0"/>
                          <a:sym typeface="DM Sans" panose="020B0604020202020204" pitchFamily="2" charset="0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 panose="020B0604020202020204" pitchFamily="2" charset="0"/>
                        <a:ea typeface="DM Sans" panose="020B0604020202020204" pitchFamily="2" charset="0"/>
                        <a:cs typeface="DM Sans" panose="020B0604020202020204" pitchFamily="2" charset="0"/>
                        <a:sym typeface="DM Sans" panose="020B0604020202020204" pitchFamily="2" charset="0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 panose="00000500000000000000" pitchFamily="2" charset="0"/>
                          <a:ea typeface="Montserrat" panose="00000500000000000000" pitchFamily="2" charset="0"/>
                          <a:cs typeface="Montserrat" panose="00000500000000000000" pitchFamily="2" charset="0"/>
                          <a:sym typeface="Montserrat" panose="00000500000000000000" pitchFamily="2" charset="0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 panose="00000500000000000000" pitchFamily="2" charset="0"/>
                        <a:ea typeface="Montserrat" panose="00000500000000000000" pitchFamily="2" charset="0"/>
                        <a:cs typeface="Montserrat" panose="00000500000000000000" pitchFamily="2" charset="0"/>
                        <a:sym typeface="Montserrat" panose="00000500000000000000" pitchFamily="2" charset="0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 panose="020B0604020202020204" pitchFamily="2" charset="0"/>
                          <a:ea typeface="DM Sans" panose="020B0604020202020204" pitchFamily="2" charset="0"/>
                          <a:cs typeface="DM Sans" panose="020B0604020202020204" pitchFamily="2" charset="0"/>
                          <a:sym typeface="DM Sans" panose="020B0604020202020204" pitchFamily="2" charset="0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 panose="020B0604020202020204" pitchFamily="2" charset="0"/>
                        <a:ea typeface="DM Sans" panose="020B0604020202020204" pitchFamily="2" charset="0"/>
                        <a:cs typeface="DM Sans" panose="020B0604020202020204" pitchFamily="2" charset="0"/>
                        <a:sym typeface="DM Sans" panose="020B0604020202020204" pitchFamily="2" charset="0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 panose="00000500000000000000" pitchFamily="2" charset="0"/>
                          <a:ea typeface="Montserrat" panose="00000500000000000000" pitchFamily="2" charset="0"/>
                          <a:cs typeface="Montserrat" panose="00000500000000000000" pitchFamily="2" charset="0"/>
                          <a:sym typeface="Montserrat" panose="00000500000000000000" pitchFamily="2" charset="0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 panose="00000500000000000000" pitchFamily="2" charset="0"/>
                        <a:ea typeface="Montserrat" panose="00000500000000000000" pitchFamily="2" charset="0"/>
                        <a:cs typeface="Montserrat" panose="00000500000000000000" pitchFamily="2" charset="0"/>
                        <a:sym typeface="Montserrat" panose="00000500000000000000" pitchFamily="2" charset="0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 panose="020B0604020202020204" pitchFamily="2" charset="0"/>
                          <a:ea typeface="DM Sans" panose="020B0604020202020204" pitchFamily="2" charset="0"/>
                          <a:cs typeface="DM Sans" panose="020B0604020202020204" pitchFamily="2" charset="0"/>
                          <a:sym typeface="DM Sans" panose="020B0604020202020204" pitchFamily="2" charset="0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 panose="020B0604020202020204" pitchFamily="2" charset="0"/>
                        <a:ea typeface="DM Sans" panose="020B0604020202020204" pitchFamily="2" charset="0"/>
                        <a:cs typeface="DM Sans" panose="020B0604020202020204" pitchFamily="2" charset="0"/>
                        <a:sym typeface="DM Sans" panose="020B0604020202020204" pitchFamily="2" charset="0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 panose="00000500000000000000" pitchFamily="2" charset="0"/>
                          <a:ea typeface="Montserrat" panose="00000500000000000000" pitchFamily="2" charset="0"/>
                          <a:cs typeface="Montserrat" panose="00000500000000000000" pitchFamily="2" charset="0"/>
                          <a:sym typeface="Montserrat" panose="00000500000000000000" pitchFamily="2" charset="0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 panose="00000500000000000000" pitchFamily="2" charset="0"/>
                        <a:ea typeface="Montserrat" panose="00000500000000000000" pitchFamily="2" charset="0"/>
                        <a:cs typeface="Montserrat" panose="00000500000000000000" pitchFamily="2" charset="0"/>
                        <a:sym typeface="Montserrat" panose="00000500000000000000" pitchFamily="2" charset="0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 panose="020B0604020202020204" pitchFamily="2" charset="0"/>
                          <a:ea typeface="DM Sans" panose="020B0604020202020204" pitchFamily="2" charset="0"/>
                          <a:cs typeface="DM Sans" panose="020B0604020202020204" pitchFamily="2" charset="0"/>
                          <a:sym typeface="DM Sans" panose="020B0604020202020204" pitchFamily="2" charset="0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 panose="020B0604020202020204" pitchFamily="2" charset="0"/>
                        <a:ea typeface="DM Sans" panose="020B0604020202020204" pitchFamily="2" charset="0"/>
                        <a:cs typeface="DM Sans" panose="020B0604020202020204" pitchFamily="2" charset="0"/>
                        <a:sym typeface="DM Sans" panose="020B0604020202020204" pitchFamily="2" charset="0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rPr>
            </a:br>
            <a:r>
              <a:rPr lang="en" sz="2000" b="1" dirty="0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rPr>
              <a:t>Dr. Sally Kassem </a:t>
            </a:r>
          </a:p>
          <a:p>
            <a:pPr mar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 panose="020B0604020202020204" pitchFamily="2" charset="0"/>
                <a:ea typeface="DM Sans" panose="020B0604020202020204" pitchFamily="2" charset="0"/>
                <a:cs typeface="DM Sans" panose="020B0604020202020204" pitchFamily="2" charset="0"/>
                <a:sym typeface="DM Sans" panose="020B0604020202020204" pitchFamily="2" charset="0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 panose="020B0604020202020204" pitchFamily="2" charset="0"/>
              <a:ea typeface="DM Sans" panose="020B0604020202020204" pitchFamily="2" charset="0"/>
              <a:cs typeface="DM Sans" panose="020B0604020202020204" pitchFamily="2" charset="0"/>
              <a:sym typeface="DM Sans" panose="020B0604020202020204" pitchFamily="2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07665" y="3660338"/>
            <a:ext cx="1240366" cy="113480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20000" y="3660338"/>
            <a:ext cx="730794" cy="10381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2013</TotalTime>
  <Words>1438</Words>
  <Application>Microsoft Office PowerPoint</Application>
  <PresentationFormat>On-screen Show (16:9)</PresentationFormat>
  <Paragraphs>254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Arial</vt:lpstr>
      <vt:lpstr>Calibri</vt:lpstr>
      <vt:lpstr>Cambria Math</vt:lpstr>
      <vt:lpstr>DM Sans</vt:lpstr>
      <vt:lpstr>Lato</vt:lpstr>
      <vt:lpstr>Montserrat</vt:lpstr>
      <vt:lpstr>Montserrat ExtraBold</vt:lpstr>
      <vt:lpstr>Wingdings</vt:lpstr>
      <vt:lpstr>Indoor Soccer Club by Slidesgo</vt:lpstr>
      <vt:lpstr>Optimizing the Egyptian Premier League Schedule</vt:lpstr>
      <vt:lpstr>Table of contents</vt:lpstr>
      <vt:lpstr>INTRODUCTION</vt:lpstr>
      <vt:lpstr>The origin of the story </vt:lpstr>
      <vt:lpstr>Our Goal</vt:lpstr>
      <vt:lpstr>BACKGROUND</vt:lpstr>
      <vt:lpstr>Sports Scheduling as an Optimization Problem</vt:lpstr>
      <vt:lpstr>Fairness &amp; Travel</vt:lpstr>
      <vt:lpstr>The Egyptian Gap</vt:lpstr>
      <vt:lpstr>PROJECT DATA</vt:lpstr>
      <vt:lpstr>Data Collection</vt:lpstr>
      <vt:lpstr>Data Architecture</vt:lpstr>
      <vt:lpstr>MATHEMATICAL MODEL</vt:lpstr>
      <vt:lpstr>Sets &amp; Parameters </vt:lpstr>
      <vt:lpstr>DECISION VARIABLES</vt:lpstr>
      <vt:lpstr>HARD CONSTRAINTS</vt:lpstr>
      <vt:lpstr>Objective Function</vt:lpstr>
      <vt:lpstr>Weight Determination (AHP)</vt:lpstr>
      <vt:lpstr>SOLUTION METHODOLOGY</vt:lpstr>
      <vt:lpstr>Component Diagram</vt:lpstr>
      <vt:lpstr>PowerPoint Presentation</vt:lpstr>
      <vt:lpstr>INSIGHTS &amp; VISUALIZATION</vt:lpstr>
      <vt:lpstr>PowerPoint Presentation</vt:lpstr>
      <vt:lpstr>Schedule Insights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USER INTERFACE</vt:lpstr>
      <vt:lpstr>Dashboard Screenshots </vt:lpstr>
      <vt:lpstr>Dashboard Screenshots </vt:lpstr>
      <vt:lpstr>Dashboard Screenshots </vt:lpstr>
      <vt:lpstr>CONCLUSION &amp; FUTURE WORK</vt:lpstr>
      <vt:lpstr>Key Achievements</vt:lpstr>
      <vt:lpstr>Future Work</vt:lpstr>
      <vt:lpstr>Thank You</vt:lpstr>
      <vt:lpstr>Presented by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rawan ehab</cp:lastModifiedBy>
  <cp:revision>93</cp:revision>
  <dcterms:modified xsi:type="dcterms:W3CDTF">2026-07-11T10:02:28Z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