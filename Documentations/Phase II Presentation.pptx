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0"/>
  </p:notesMasterIdLst>
  <p:sldIdLst>
    <p:sldId id="256" r:id="rId2"/>
    <p:sldId id="258" r:id="rId3"/>
    <p:sldId id="261" r:id="rId4"/>
    <p:sldId id="259" r:id="rId5"/>
    <p:sldId id="302" r:id="rId6"/>
    <p:sldId id="303" r:id="rId7"/>
    <p:sldId id="263" r:id="rId8"/>
    <p:sldId id="305" r:id="rId9"/>
    <p:sldId id="304" r:id="rId10"/>
    <p:sldId id="306" r:id="rId11"/>
    <p:sldId id="307" r:id="rId12"/>
    <p:sldId id="346" r:id="rId13"/>
    <p:sldId id="320" r:id="rId14"/>
    <p:sldId id="322" r:id="rId15"/>
    <p:sldId id="332" r:id="rId16"/>
    <p:sldId id="324" r:id="rId17"/>
    <p:sldId id="325" r:id="rId18"/>
    <p:sldId id="326" r:id="rId19"/>
    <p:sldId id="327" r:id="rId20"/>
    <p:sldId id="328" r:id="rId21"/>
    <p:sldId id="329" r:id="rId22"/>
    <p:sldId id="334" r:id="rId23"/>
    <p:sldId id="333" r:id="rId24"/>
    <p:sldId id="330" r:id="rId25"/>
    <p:sldId id="347" r:id="rId26"/>
    <p:sldId id="331" r:id="rId27"/>
    <p:sldId id="348" r:id="rId28"/>
    <p:sldId id="335" r:id="rId29"/>
    <p:sldId id="344" r:id="rId30"/>
    <p:sldId id="336" r:id="rId31"/>
    <p:sldId id="337" r:id="rId32"/>
    <p:sldId id="338" r:id="rId33"/>
    <p:sldId id="339" r:id="rId34"/>
    <p:sldId id="340" r:id="rId35"/>
    <p:sldId id="342" r:id="rId36"/>
    <p:sldId id="265" r:id="rId37"/>
    <p:sldId id="314" r:id="rId38"/>
    <p:sldId id="257" r:id="rId39"/>
  </p:sldIdLst>
  <p:sldSz cx="9144000" cy="5143500" type="screen16x9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0EB4C6-B8E4-40DF-850D-9352D601E4A8}">
  <a:tblStyle styleId="{3D0EB4C6-B8E4-40DF-850D-9352D601E4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65" y="77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Google Shape;4;n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/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lvl1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 pitchFamily="34" charset="0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d431007ba2_0_208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79" name="Google Shape;279;gd431007ba2_0_208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27" name="Google Shape;327;g1dfe0b786a0_0_0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12" name="Google Shape;312;g54dda1946d_6_322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12" name="Google Shape;312;g54dda1946d_6_322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27" name="Google Shape;327;g1dfe0b786a0_0_0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61" name="Google Shape;361;g54dda1946d_6_344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61" name="Google Shape;361;g54dda1946d_6_344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ec9722e163_0_121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39" name="Google Shape;339;gec9722e163_0_121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27" name="Google Shape;327;g1dfe0b786a0_0_0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12" name="Google Shape;312;g54dda1946d_6_322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5185F7-F1EA-30F8-987E-9F9568350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54dda1946d_4_2738:notes">
            <a:extLst>
              <a:ext uri="{FF2B5EF4-FFF2-40B4-BE49-F238E27FC236}">
                <a16:creationId xmlns:a16="http://schemas.microsoft.com/office/drawing/2014/main" id="{C7DD60DC-2050-5BAB-C58A-88900D6EC828}"/>
              </a:ext>
            </a:extLst>
          </p:cNvPr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13" name="Google Shape;413;g54dda1946d_4_2738:notes">
            <a:extLst>
              <a:ext uri="{FF2B5EF4-FFF2-40B4-BE49-F238E27FC236}">
                <a16:creationId xmlns:a16="http://schemas.microsoft.com/office/drawing/2014/main" id="{9BAFDF8E-E6CB-40F0-3340-8286DA3608B9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3576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27" name="Google Shape;327;g1dfe0b786a0_0_0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44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61" name="Google Shape;361;g54dda1946d_6_344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54dda1946d_4_2738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13" name="Google Shape;413;g54dda1946d_4_2738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ec9722e163_0_121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39" name="Google Shape;339;gec9722e163_0_121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27" name="Google Shape;327;g1dfe0b786a0_0_0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27" name="Google Shape;327;g1dfe0b786a0_0_0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E92DB-0C96-B8E3-2348-2DD291EBA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645C9-6446-2308-15CB-94F13602599F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3549D-DB43-DA16-1B7C-B19E95E88431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267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F28A8-C1A6-26C1-C1EE-F786DDA75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B3D47-ADF6-78CB-CECD-996A49CBA488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04837-3786-ED3A-29BE-F882CE160560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3979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27" name="Google Shape;327;g1dfe0b786a0_0_0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dfe0b786a0_0_0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27" name="Google Shape;327;g1dfe0b786a0_0_0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4dda1946d_6_322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12" name="Google Shape;312;g54dda1946d_6_322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54dda1946d_4_2738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13" name="Google Shape;413;g54dda1946d_4_2738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d431007ba2_0_208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79" name="Google Shape;279;gd431007ba2_0_208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2e478d9885_1_5:notes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86" name="Google Shape;286;g12e478d9885_1_5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036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>
            <a:spLocks noGrp="1" noEditPoints="1"/>
          </p:cNvSpPr>
          <p:nvPr>
            <p:ph type="ctrTitle"/>
          </p:nvPr>
        </p:nvSpPr>
        <p:spPr>
          <a:xfrm>
            <a:off x="900250" y="933196"/>
            <a:ext cx="5709000" cy="1942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6500" b="0">
                <a:latin typeface="Montserrat ExtraBold" panose="00000900000000000000" pitchFamily="2" charset="0"/>
                <a:ea typeface="Montserrat ExtraBold" panose="00000900000000000000" pitchFamily="2" charset="0"/>
                <a:cs typeface="Montserrat ExtraBold" panose="00000900000000000000" pitchFamily="2" charset="0"/>
                <a:sym typeface="Montserrat ExtraBold" panose="00000900000000000000" pitchFamily="2" charset="0"/>
              </a:defRPr>
            </a:lvl1pPr>
            <a:lvl2pPr lvl="1" algn="ctr" rtl="0">
              <a:spcBef>
                <a:spcPts val="20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 noEditPoints="1"/>
          </p:cNvSpPr>
          <p:nvPr>
            <p:ph type="subTitle" idx="1"/>
          </p:nvPr>
        </p:nvSpPr>
        <p:spPr>
          <a:xfrm>
            <a:off x="900250" y="3563840"/>
            <a:ext cx="5709000" cy="469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pPr lvl="0"/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85975" y="-786675"/>
            <a:ext cx="1455300" cy="5981458"/>
            <a:chOff x="-285975" y="-786675"/>
            <a:chExt cx="1455300" cy="5981458"/>
          </a:xfrm>
        </p:grpSpPr>
        <p:sp>
          <p:nvSpPr>
            <p:cNvPr id="13" name="Google Shape;13;p2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" name="Google Shape;14;p2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455675" y="275975"/>
            <a:ext cx="2430875" cy="4462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2"/>
          <p:cNvGrpSpPr/>
          <p:nvPr/>
        </p:nvGrpSpPr>
        <p:grpSpPr>
          <a:xfrm rot="-5400000">
            <a:off x="7742789" y="4332814"/>
            <a:ext cx="281947" cy="1094035"/>
            <a:chOff x="7256520" y="835200"/>
            <a:chExt cx="562320" cy="2181960"/>
          </a:xfrm>
        </p:grpSpPr>
        <p:sp>
          <p:nvSpPr>
            <p:cNvPr id="17" name="Google Shape;17;p2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>
            <a:spLocks noGrp="1" noEditPoints="1"/>
          </p:cNvSpPr>
          <p:nvPr>
            <p:ph type="title"/>
          </p:nvPr>
        </p:nvSpPr>
        <p:spPr>
          <a:xfrm>
            <a:off x="2124688" y="1492050"/>
            <a:ext cx="4894500" cy="17292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latin typeface="Montserrat ExtraBold" panose="00000900000000000000" pitchFamily="2" charset="0"/>
                <a:ea typeface="Montserrat ExtraBold" panose="00000900000000000000" pitchFamily="2" charset="0"/>
                <a:cs typeface="Montserrat ExtraBold" panose="00000900000000000000" pitchFamily="2" charset="0"/>
                <a:sym typeface="Montserrat ExtraBold" panose="00000900000000000000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>
            <a:spLocks noGrp="1" noEditPoints="1"/>
          </p:cNvSpPr>
          <p:nvPr>
            <p:ph type="title" idx="2" hasCustomPrompt="1"/>
          </p:nvPr>
        </p:nvSpPr>
        <p:spPr>
          <a:xfrm>
            <a:off x="713213" y="1492050"/>
            <a:ext cx="1194000" cy="1106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>
            <a:spLocks noGrp="1" noEditPoints="1"/>
          </p:cNvSpPr>
          <p:nvPr>
            <p:ph type="subTitle" idx="1"/>
          </p:nvPr>
        </p:nvSpPr>
        <p:spPr>
          <a:xfrm>
            <a:off x="2124700" y="3585050"/>
            <a:ext cx="4894500" cy="510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pPr lvl="0"/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 rot="10800000">
            <a:off x="7931725" y="-66314"/>
            <a:ext cx="1455300" cy="5981458"/>
            <a:chOff x="-285975" y="-786675"/>
            <a:chExt cx="1455300" cy="5981458"/>
          </a:xfrm>
        </p:grpSpPr>
        <p:sp>
          <p:nvSpPr>
            <p:cNvPr id="26" name="Google Shape;26;p3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7" name="Google Shape;27;p3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6"/>
          <p:cNvPicPr preferRelativeResize="0"/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>
            <a:spLocks noGrp="1" noEditPoints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35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</a:lvl9pPr>
          </a:lstStyle>
          <a:p>
            <a:endParaRPr/>
          </a:p>
        </p:txBody>
      </p:sp>
      <p:grpSp>
        <p:nvGrpSpPr>
          <p:cNvPr id="45" name="Google Shape;45;p6"/>
          <p:cNvGrpSpPr/>
          <p:nvPr/>
        </p:nvGrpSpPr>
        <p:grpSpPr>
          <a:xfrm rot="10800000">
            <a:off x="7931725" y="-66314"/>
            <a:ext cx="1455300" cy="5981458"/>
            <a:chOff x="-285975" y="-786675"/>
            <a:chExt cx="1455300" cy="5981458"/>
          </a:xfrm>
        </p:grpSpPr>
        <p:sp>
          <p:nvSpPr>
            <p:cNvPr id="46" name="Google Shape;46;p6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47" name="Google Shape;47;p6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" name="Google Shape;48;p6"/>
          <p:cNvGrpSpPr/>
          <p:nvPr/>
        </p:nvGrpSpPr>
        <p:grpSpPr>
          <a:xfrm rot="-5400000">
            <a:off x="246689" y="-272965"/>
            <a:ext cx="281947" cy="1094035"/>
            <a:chOff x="7256520" y="835200"/>
            <a:chExt cx="562320" cy="2181960"/>
          </a:xfrm>
        </p:grpSpPr>
        <p:sp>
          <p:nvSpPr>
            <p:cNvPr id="49" name="Google Shape;49;p6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6"/>
          <p:cNvPicPr preferRelativeResize="0"/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>
            <a:spLocks noGrp="1" noEditPoints="1"/>
          </p:cNvSpPr>
          <p:nvPr>
            <p:ph type="subTitle" idx="1"/>
          </p:nvPr>
        </p:nvSpPr>
        <p:spPr>
          <a:xfrm>
            <a:off x="4697920" y="1896225"/>
            <a:ext cx="3410100" cy="1959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pPr lvl="0"/>
            <a:endParaRPr/>
          </a:p>
        </p:txBody>
      </p:sp>
      <p:sp>
        <p:nvSpPr>
          <p:cNvPr id="152" name="Google Shape;152;p16"/>
          <p:cNvSpPr>
            <a:spLocks noGrp="1" noEditPoints="1"/>
          </p:cNvSpPr>
          <p:nvPr>
            <p:ph type="subTitle" idx="2"/>
          </p:nvPr>
        </p:nvSpPr>
        <p:spPr>
          <a:xfrm>
            <a:off x="720000" y="1896225"/>
            <a:ext cx="3410100" cy="1959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pPr lvl="0"/>
            <a:endParaRPr/>
          </a:p>
        </p:txBody>
      </p:sp>
      <p:sp>
        <p:nvSpPr>
          <p:cNvPr id="153" name="Google Shape;153;p16"/>
          <p:cNvSpPr>
            <a:spLocks noGrp="1" noEditPoints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35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</a:lvl9pPr>
          </a:lstStyle>
          <a:p>
            <a:endParaRPr/>
          </a:p>
        </p:txBody>
      </p:sp>
      <p:grpSp>
        <p:nvGrpSpPr>
          <p:cNvPr id="154" name="Google Shape;154;p16"/>
          <p:cNvGrpSpPr/>
          <p:nvPr/>
        </p:nvGrpSpPr>
        <p:grpSpPr>
          <a:xfrm>
            <a:off x="-285975" y="-806941"/>
            <a:ext cx="1455300" cy="5981458"/>
            <a:chOff x="-285975" y="-786675"/>
            <a:chExt cx="1455300" cy="5981458"/>
          </a:xfrm>
        </p:grpSpPr>
        <p:sp>
          <p:nvSpPr>
            <p:cNvPr id="155" name="Google Shape;155;p16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56" name="Google Shape;156;p16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7" name="Google Shape;157;p16"/>
          <p:cNvGrpSpPr/>
          <p:nvPr/>
        </p:nvGrpSpPr>
        <p:grpSpPr>
          <a:xfrm>
            <a:off x="8604089" y="137764"/>
            <a:ext cx="281947" cy="1094035"/>
            <a:chOff x="7256520" y="835200"/>
            <a:chExt cx="562320" cy="2181960"/>
          </a:xfrm>
        </p:grpSpPr>
        <p:sp>
          <p:nvSpPr>
            <p:cNvPr id="158" name="Google Shape;158;p16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pic>
        <p:nvPicPr>
          <p:cNvPr id="161" name="Google Shape;161;p16"/>
          <p:cNvPicPr preferRelativeResize="0"/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4269250" y="4474656"/>
            <a:ext cx="946200" cy="948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6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/>
          <p:cNvPicPr preferRelativeResize="0"/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>
            <a:spLocks noGrp="1" noEditPoints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35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</a:lvl9pPr>
          </a:lstStyle>
          <a:p>
            <a:endParaRPr/>
          </a:p>
        </p:txBody>
      </p:sp>
      <p:sp>
        <p:nvSpPr>
          <p:cNvPr id="165" name="Google Shape;165;p17"/>
          <p:cNvSpPr>
            <a:spLocks noGrp="1" noEditPoints="1"/>
          </p:cNvSpPr>
          <p:nvPr>
            <p:ph type="subTitle" idx="1"/>
          </p:nvPr>
        </p:nvSpPr>
        <p:spPr>
          <a:xfrm>
            <a:off x="720000" y="2574550"/>
            <a:ext cx="2246700" cy="86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pPr lvl="0"/>
            <a:endParaRPr/>
          </a:p>
        </p:txBody>
      </p:sp>
      <p:sp>
        <p:nvSpPr>
          <p:cNvPr id="166" name="Google Shape;166;p17"/>
          <p:cNvSpPr>
            <a:spLocks noGrp="1" noEditPoints="1"/>
          </p:cNvSpPr>
          <p:nvPr>
            <p:ph type="subTitle" idx="2"/>
          </p:nvPr>
        </p:nvSpPr>
        <p:spPr>
          <a:xfrm>
            <a:off x="3350467" y="2574550"/>
            <a:ext cx="2246700" cy="86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pPr lvl="0"/>
            <a:endParaRPr/>
          </a:p>
        </p:txBody>
      </p:sp>
      <p:sp>
        <p:nvSpPr>
          <p:cNvPr id="167" name="Google Shape;167;p17"/>
          <p:cNvSpPr>
            <a:spLocks noGrp="1" noEditPoints="1"/>
          </p:cNvSpPr>
          <p:nvPr>
            <p:ph type="subTitle" idx="3"/>
          </p:nvPr>
        </p:nvSpPr>
        <p:spPr>
          <a:xfrm>
            <a:off x="5980940" y="2574550"/>
            <a:ext cx="2246700" cy="86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pPr lvl="0"/>
            <a:endParaRPr/>
          </a:p>
        </p:txBody>
      </p:sp>
      <p:sp>
        <p:nvSpPr>
          <p:cNvPr id="168" name="Google Shape;168;p17"/>
          <p:cNvSpPr>
            <a:spLocks noGrp="1" noEditPoints="1"/>
          </p:cNvSpPr>
          <p:nvPr>
            <p:ph type="subTitle" idx="4"/>
          </p:nvPr>
        </p:nvSpPr>
        <p:spPr>
          <a:xfrm>
            <a:off x="720000" y="2219950"/>
            <a:ext cx="2246700" cy="4308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200">
                <a:latin typeface="Montserrat ExtraBold" panose="00000900000000000000" pitchFamily="2" charset="0"/>
                <a:ea typeface="Montserrat ExtraBold" panose="00000900000000000000" pitchFamily="2" charset="0"/>
                <a:cs typeface="Montserrat ExtraBold" panose="00000900000000000000" pitchFamily="2" charset="0"/>
                <a:sym typeface="Montserrat ExtraBold" panose="00000900000000000000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pPr lvl="0"/>
            <a:endParaRPr/>
          </a:p>
        </p:txBody>
      </p:sp>
      <p:sp>
        <p:nvSpPr>
          <p:cNvPr id="169" name="Google Shape;169;p17"/>
          <p:cNvSpPr>
            <a:spLocks noGrp="1" noEditPoints="1"/>
          </p:cNvSpPr>
          <p:nvPr>
            <p:ph type="subTitle" idx="5"/>
          </p:nvPr>
        </p:nvSpPr>
        <p:spPr>
          <a:xfrm>
            <a:off x="3350468" y="2219950"/>
            <a:ext cx="2246700" cy="4308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200">
                <a:latin typeface="Montserrat ExtraBold" panose="00000900000000000000" pitchFamily="2" charset="0"/>
                <a:ea typeface="Montserrat ExtraBold" panose="00000900000000000000" pitchFamily="2" charset="0"/>
                <a:cs typeface="Montserrat ExtraBold" panose="00000900000000000000" pitchFamily="2" charset="0"/>
                <a:sym typeface="Montserrat ExtraBold" panose="00000900000000000000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pPr lvl="0"/>
            <a:endParaRPr/>
          </a:p>
        </p:txBody>
      </p:sp>
      <p:sp>
        <p:nvSpPr>
          <p:cNvPr id="170" name="Google Shape;170;p17"/>
          <p:cNvSpPr>
            <a:spLocks noGrp="1" noEditPoints="1"/>
          </p:cNvSpPr>
          <p:nvPr>
            <p:ph type="subTitle" idx="6"/>
          </p:nvPr>
        </p:nvSpPr>
        <p:spPr>
          <a:xfrm>
            <a:off x="5980942" y="2219950"/>
            <a:ext cx="2246700" cy="4308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200">
                <a:latin typeface="Montserrat ExtraBold" panose="00000900000000000000" pitchFamily="2" charset="0"/>
                <a:ea typeface="Montserrat ExtraBold" panose="00000900000000000000" pitchFamily="2" charset="0"/>
                <a:cs typeface="Montserrat ExtraBold" panose="00000900000000000000" pitchFamily="2" charset="0"/>
                <a:sym typeface="Montserrat ExtraBold" panose="00000900000000000000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 panose="020B0604020202020204" pitchFamily="2" charset="0"/>
              <a:buNone/>
              <a:defRPr sz="24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pPr lvl="0"/>
            <a:endParaRPr/>
          </a:p>
        </p:txBody>
      </p:sp>
      <p:grpSp>
        <p:nvGrpSpPr>
          <p:cNvPr id="171" name="Google Shape;171;p17"/>
          <p:cNvGrpSpPr/>
          <p:nvPr/>
        </p:nvGrpSpPr>
        <p:grpSpPr>
          <a:xfrm rot="10800000">
            <a:off x="-285975" y="-57082"/>
            <a:ext cx="1455300" cy="5981458"/>
            <a:chOff x="-285975" y="-786675"/>
            <a:chExt cx="1455300" cy="5981458"/>
          </a:xfrm>
        </p:grpSpPr>
        <p:sp>
          <p:nvSpPr>
            <p:cNvPr id="172" name="Google Shape;172;p17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73" name="Google Shape;173;p17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4" name="Google Shape;174;p17"/>
          <p:cNvGrpSpPr/>
          <p:nvPr/>
        </p:nvGrpSpPr>
        <p:grpSpPr>
          <a:xfrm>
            <a:off x="8653689" y="-159924"/>
            <a:ext cx="281947" cy="1094035"/>
            <a:chOff x="7256520" y="835200"/>
            <a:chExt cx="562320" cy="2181960"/>
          </a:xfrm>
        </p:grpSpPr>
        <p:sp>
          <p:nvSpPr>
            <p:cNvPr id="175" name="Google Shape;175;p17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>
            <a:spLocks noGrp="1" noEditPoints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3500"/>
              <a:buNone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lvl9pPr>
          </a:lstStyle>
          <a:p>
            <a:endParaRPr/>
          </a:p>
        </p:txBody>
      </p:sp>
      <p:sp>
        <p:nvSpPr>
          <p:cNvPr id="199" name="Google Shape;199;p19"/>
          <p:cNvSpPr>
            <a:spLocks noGrp="1" noEditPoints="1"/>
          </p:cNvSpPr>
          <p:nvPr>
            <p:ph type="subTitle" idx="1"/>
          </p:nvPr>
        </p:nvSpPr>
        <p:spPr>
          <a:xfrm>
            <a:off x="713225" y="1991486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pPr lvl="0"/>
            <a:endParaRPr/>
          </a:p>
        </p:txBody>
      </p:sp>
      <p:sp>
        <p:nvSpPr>
          <p:cNvPr id="200" name="Google Shape;200;p19"/>
          <p:cNvSpPr>
            <a:spLocks noGrp="1" noEditPoints="1"/>
          </p:cNvSpPr>
          <p:nvPr>
            <p:ph type="subTitle" idx="2"/>
          </p:nvPr>
        </p:nvSpPr>
        <p:spPr>
          <a:xfrm>
            <a:off x="3333425" y="1991486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pPr lvl="0"/>
            <a:endParaRPr/>
          </a:p>
        </p:txBody>
      </p:sp>
      <p:sp>
        <p:nvSpPr>
          <p:cNvPr id="201" name="Google Shape;201;p19"/>
          <p:cNvSpPr>
            <a:spLocks noGrp="1" noEditPoints="1"/>
          </p:cNvSpPr>
          <p:nvPr>
            <p:ph type="subTitle" idx="3"/>
          </p:nvPr>
        </p:nvSpPr>
        <p:spPr>
          <a:xfrm>
            <a:off x="713225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pPr lvl="0"/>
            <a:endParaRPr/>
          </a:p>
        </p:txBody>
      </p:sp>
      <p:sp>
        <p:nvSpPr>
          <p:cNvPr id="202" name="Google Shape;202;p19"/>
          <p:cNvSpPr>
            <a:spLocks noGrp="1" noEditPoints="1"/>
          </p:cNvSpPr>
          <p:nvPr>
            <p:ph type="subTitle" idx="4"/>
          </p:nvPr>
        </p:nvSpPr>
        <p:spPr>
          <a:xfrm>
            <a:off x="3333425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pPr lvl="0"/>
            <a:endParaRPr/>
          </a:p>
        </p:txBody>
      </p:sp>
      <p:sp>
        <p:nvSpPr>
          <p:cNvPr id="203" name="Google Shape;203;p19"/>
          <p:cNvSpPr>
            <a:spLocks noGrp="1" noEditPoints="1"/>
          </p:cNvSpPr>
          <p:nvPr>
            <p:ph type="subTitle" idx="5"/>
          </p:nvPr>
        </p:nvSpPr>
        <p:spPr>
          <a:xfrm>
            <a:off x="5953632" y="1991486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pPr lvl="0"/>
            <a:endParaRPr/>
          </a:p>
        </p:txBody>
      </p:sp>
      <p:sp>
        <p:nvSpPr>
          <p:cNvPr id="204" name="Google Shape;204;p19"/>
          <p:cNvSpPr>
            <a:spLocks noGrp="1" noEditPoints="1"/>
          </p:cNvSpPr>
          <p:nvPr>
            <p:ph type="subTitle" idx="6"/>
          </p:nvPr>
        </p:nvSpPr>
        <p:spPr>
          <a:xfrm>
            <a:off x="5953632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pPr lvl="0"/>
            <a:endParaRPr/>
          </a:p>
        </p:txBody>
      </p:sp>
      <p:sp>
        <p:nvSpPr>
          <p:cNvPr id="205" name="Google Shape;205;p19"/>
          <p:cNvSpPr>
            <a:spLocks noGrp="1" noEditPoints="1"/>
          </p:cNvSpPr>
          <p:nvPr>
            <p:ph type="subTitle" idx="7"/>
          </p:nvPr>
        </p:nvSpPr>
        <p:spPr>
          <a:xfrm>
            <a:off x="713225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>
                <a:latin typeface="Montserrat ExtraBold" panose="00000900000000000000" pitchFamily="2" charset="0"/>
                <a:ea typeface="Montserrat ExtraBold" panose="00000900000000000000" pitchFamily="2" charset="0"/>
                <a:cs typeface="Montserrat ExtraBold" panose="00000900000000000000" pitchFamily="2" charset="0"/>
                <a:sym typeface="Montserrat ExtraBold" panose="00000900000000000000" pitchFamily="2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pPr lvl="0"/>
            <a:endParaRPr/>
          </a:p>
        </p:txBody>
      </p:sp>
      <p:sp>
        <p:nvSpPr>
          <p:cNvPr id="206" name="Google Shape;206;p19"/>
          <p:cNvSpPr>
            <a:spLocks noGrp="1" noEditPoints="1"/>
          </p:cNvSpPr>
          <p:nvPr>
            <p:ph type="subTitle" idx="8"/>
          </p:nvPr>
        </p:nvSpPr>
        <p:spPr>
          <a:xfrm>
            <a:off x="3333425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>
                <a:latin typeface="Montserrat ExtraBold" panose="00000900000000000000" pitchFamily="2" charset="0"/>
                <a:ea typeface="Montserrat ExtraBold" panose="00000900000000000000" pitchFamily="2" charset="0"/>
                <a:cs typeface="Montserrat ExtraBold" panose="00000900000000000000" pitchFamily="2" charset="0"/>
                <a:sym typeface="Montserrat ExtraBold" panose="00000900000000000000" pitchFamily="2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pPr lvl="0"/>
            <a:endParaRPr/>
          </a:p>
        </p:txBody>
      </p:sp>
      <p:sp>
        <p:nvSpPr>
          <p:cNvPr id="207" name="Google Shape;207;p19"/>
          <p:cNvSpPr>
            <a:spLocks noGrp="1" noEditPoints="1"/>
          </p:cNvSpPr>
          <p:nvPr>
            <p:ph type="subTitle" idx="9"/>
          </p:nvPr>
        </p:nvSpPr>
        <p:spPr>
          <a:xfrm>
            <a:off x="713225" y="3024050"/>
            <a:ext cx="2100000" cy="429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>
                <a:latin typeface="Montserrat ExtraBold" panose="00000900000000000000" pitchFamily="2" charset="0"/>
                <a:ea typeface="Montserrat ExtraBold" panose="00000900000000000000" pitchFamily="2" charset="0"/>
                <a:cs typeface="Montserrat ExtraBold" panose="00000900000000000000" pitchFamily="2" charset="0"/>
                <a:sym typeface="Montserrat ExtraBold" panose="00000900000000000000" pitchFamily="2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pPr lvl="0"/>
            <a:endParaRPr/>
          </a:p>
        </p:txBody>
      </p:sp>
      <p:sp>
        <p:nvSpPr>
          <p:cNvPr id="208" name="Google Shape;208;p19"/>
          <p:cNvSpPr>
            <a:spLocks noGrp="1" noEditPoints="1"/>
          </p:cNvSpPr>
          <p:nvPr>
            <p:ph type="subTitle" idx="13"/>
          </p:nvPr>
        </p:nvSpPr>
        <p:spPr>
          <a:xfrm>
            <a:off x="3333425" y="3024050"/>
            <a:ext cx="2100000" cy="429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>
                <a:latin typeface="Montserrat ExtraBold" panose="00000900000000000000" pitchFamily="2" charset="0"/>
                <a:ea typeface="Montserrat ExtraBold" panose="00000900000000000000" pitchFamily="2" charset="0"/>
                <a:cs typeface="Montserrat ExtraBold" panose="00000900000000000000" pitchFamily="2" charset="0"/>
                <a:sym typeface="Montserrat ExtraBold" panose="00000900000000000000" pitchFamily="2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pPr lvl="0"/>
            <a:endParaRPr/>
          </a:p>
        </p:txBody>
      </p:sp>
      <p:sp>
        <p:nvSpPr>
          <p:cNvPr id="209" name="Google Shape;209;p19"/>
          <p:cNvSpPr>
            <a:spLocks noGrp="1" noEditPoints="1"/>
          </p:cNvSpPr>
          <p:nvPr>
            <p:ph type="subTitle" idx="14"/>
          </p:nvPr>
        </p:nvSpPr>
        <p:spPr>
          <a:xfrm>
            <a:off x="5953631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>
                <a:latin typeface="Montserrat ExtraBold" panose="00000900000000000000" pitchFamily="2" charset="0"/>
                <a:ea typeface="Montserrat ExtraBold" panose="00000900000000000000" pitchFamily="2" charset="0"/>
                <a:cs typeface="Montserrat ExtraBold" panose="00000900000000000000" pitchFamily="2" charset="0"/>
                <a:sym typeface="Montserrat ExtraBold" panose="00000900000000000000" pitchFamily="2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pPr lvl="0"/>
            <a:endParaRPr/>
          </a:p>
        </p:txBody>
      </p:sp>
      <p:sp>
        <p:nvSpPr>
          <p:cNvPr id="210" name="Google Shape;210;p19"/>
          <p:cNvSpPr>
            <a:spLocks noGrp="1" noEditPoints="1"/>
          </p:cNvSpPr>
          <p:nvPr>
            <p:ph type="subTitle" idx="15"/>
          </p:nvPr>
        </p:nvSpPr>
        <p:spPr>
          <a:xfrm>
            <a:off x="5953631" y="3024050"/>
            <a:ext cx="2100000" cy="429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>
                <a:latin typeface="Montserrat ExtraBold" panose="00000900000000000000" pitchFamily="2" charset="0"/>
                <a:ea typeface="Montserrat ExtraBold" panose="00000900000000000000" pitchFamily="2" charset="0"/>
                <a:cs typeface="Montserrat ExtraBold" panose="00000900000000000000" pitchFamily="2" charset="0"/>
                <a:sym typeface="Montserrat ExtraBold" panose="00000900000000000000" pitchFamily="2" charset="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 panose="020B0604020202020204" pitchFamily="2" charset="0"/>
              <a:buNone/>
              <a:defRPr sz="2200" b="1"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pPr lvl="0"/>
            <a:endParaRPr/>
          </a:p>
        </p:txBody>
      </p:sp>
      <p:grpSp>
        <p:nvGrpSpPr>
          <p:cNvPr id="211" name="Google Shape;211;p19"/>
          <p:cNvGrpSpPr/>
          <p:nvPr/>
        </p:nvGrpSpPr>
        <p:grpSpPr>
          <a:xfrm>
            <a:off x="7931725" y="-782513"/>
            <a:ext cx="1455300" cy="5981458"/>
            <a:chOff x="-285975" y="-786675"/>
            <a:chExt cx="1455300" cy="5981458"/>
          </a:xfrm>
        </p:grpSpPr>
        <p:sp>
          <p:nvSpPr>
            <p:cNvPr id="212" name="Google Shape;212;p19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13" name="Google Shape;213;p19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4" name="Google Shape;214;p19"/>
          <p:cNvGrpSpPr/>
          <p:nvPr/>
        </p:nvGrpSpPr>
        <p:grpSpPr>
          <a:xfrm rot="-5400000">
            <a:off x="618389" y="4270239"/>
            <a:ext cx="281947" cy="1094035"/>
            <a:chOff x="7256520" y="835200"/>
            <a:chExt cx="562320" cy="2181960"/>
          </a:xfrm>
        </p:grpSpPr>
        <p:sp>
          <p:nvSpPr>
            <p:cNvPr id="215" name="Google Shape;215;p19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4"/>
          <p:cNvPicPr preferRelativeResize="0"/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/>
          <p:cNvPicPr preferRelativeResize="0"/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8609100" y="1511556"/>
            <a:ext cx="946200" cy="948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24"/>
          <p:cNvGrpSpPr/>
          <p:nvPr/>
        </p:nvGrpSpPr>
        <p:grpSpPr>
          <a:xfrm>
            <a:off x="-285975" y="-806941"/>
            <a:ext cx="1455300" cy="5981458"/>
            <a:chOff x="-285975" y="-786675"/>
            <a:chExt cx="1455300" cy="5981458"/>
          </a:xfrm>
        </p:grpSpPr>
        <p:sp>
          <p:nvSpPr>
            <p:cNvPr id="260" name="Google Shape;260;p24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61" name="Google Shape;261;p24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5"/>
          <p:cNvGrpSpPr/>
          <p:nvPr/>
        </p:nvGrpSpPr>
        <p:grpSpPr>
          <a:xfrm>
            <a:off x="7931725" y="-782513"/>
            <a:ext cx="1455300" cy="5981458"/>
            <a:chOff x="-285975" y="-786675"/>
            <a:chExt cx="1455300" cy="5981458"/>
          </a:xfrm>
        </p:grpSpPr>
        <p:sp>
          <p:nvSpPr>
            <p:cNvPr id="265" name="Google Shape;265;p25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66" name="Google Shape;266;p25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7" name="Google Shape;267;p25"/>
          <p:cNvGrpSpPr/>
          <p:nvPr/>
        </p:nvGrpSpPr>
        <p:grpSpPr>
          <a:xfrm rot="-5400000">
            <a:off x="572252" y="4353460"/>
            <a:ext cx="281947" cy="1094035"/>
            <a:chOff x="7256520" y="835200"/>
            <a:chExt cx="562320" cy="2181960"/>
          </a:xfrm>
        </p:grpSpPr>
        <p:sp>
          <p:nvSpPr>
            <p:cNvPr id="268" name="Google Shape;268;p25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3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1747601" y="20683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2"/>
          </p:nvPr>
        </p:nvSpPr>
        <p:spPr>
          <a:xfrm>
            <a:off x="1747601" y="387803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3"/>
          </p:nvPr>
        </p:nvSpPr>
        <p:spPr>
          <a:xfrm>
            <a:off x="5703500" y="387800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4"/>
          </p:nvPr>
        </p:nvSpPr>
        <p:spPr>
          <a:xfrm>
            <a:off x="5703500" y="20683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0" y="1328875"/>
            <a:ext cx="838500" cy="81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6" hasCustomPrompt="1"/>
          </p:nvPr>
        </p:nvSpPr>
        <p:spPr>
          <a:xfrm>
            <a:off x="4676650" y="3138524"/>
            <a:ext cx="838500" cy="81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3138524"/>
            <a:ext cx="838500" cy="81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8" hasCustomPrompt="1"/>
          </p:nvPr>
        </p:nvSpPr>
        <p:spPr>
          <a:xfrm>
            <a:off x="4676650" y="1328875"/>
            <a:ext cx="838500" cy="81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9"/>
          </p:nvPr>
        </p:nvSpPr>
        <p:spPr>
          <a:xfrm>
            <a:off x="1747601" y="1405075"/>
            <a:ext cx="2309700" cy="8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3"/>
          </p:nvPr>
        </p:nvSpPr>
        <p:spPr>
          <a:xfrm>
            <a:off x="1747601" y="3214730"/>
            <a:ext cx="2309700" cy="8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4"/>
          </p:nvPr>
        </p:nvSpPr>
        <p:spPr>
          <a:xfrm>
            <a:off x="5703501" y="3214730"/>
            <a:ext cx="2309700" cy="8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5"/>
          </p:nvPr>
        </p:nvSpPr>
        <p:spPr>
          <a:xfrm>
            <a:off x="5703501" y="1405075"/>
            <a:ext cx="2309700" cy="8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13" name="Google Shape;113;p13"/>
          <p:cNvGrpSpPr/>
          <p:nvPr/>
        </p:nvGrpSpPr>
        <p:grpSpPr>
          <a:xfrm rot="10800000">
            <a:off x="-285975" y="-57082"/>
            <a:ext cx="1455300" cy="5981458"/>
            <a:chOff x="-285975" y="-786675"/>
            <a:chExt cx="1455300" cy="5981458"/>
          </a:xfrm>
        </p:grpSpPr>
        <p:sp>
          <p:nvSpPr>
            <p:cNvPr id="114" name="Google Shape;114;p13"/>
            <p:cNvSpPr/>
            <p:nvPr/>
          </p:nvSpPr>
          <p:spPr>
            <a:xfrm>
              <a:off x="-285975" y="-786675"/>
              <a:ext cx="1455300" cy="1455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15" name="Google Shape;115;p13"/>
            <p:cNvCxnSpPr/>
            <p:nvPr/>
          </p:nvCxnSpPr>
          <p:spPr>
            <a:xfrm>
              <a:off x="441675" y="-20117"/>
              <a:ext cx="0" cy="521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6" name="Google Shape;116;p13"/>
          <p:cNvGrpSpPr/>
          <p:nvPr/>
        </p:nvGrpSpPr>
        <p:grpSpPr>
          <a:xfrm rot="-5400000">
            <a:off x="8563564" y="-310711"/>
            <a:ext cx="281947" cy="1094035"/>
            <a:chOff x="7256520" y="835200"/>
            <a:chExt cx="562320" cy="2181960"/>
          </a:xfrm>
        </p:grpSpPr>
        <p:sp>
          <p:nvSpPr>
            <p:cNvPr id="117" name="Google Shape;117;p13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 extrusionOk="0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0" name="Google Shape;12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5775" y="2929181"/>
            <a:ext cx="946200" cy="9488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3689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75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>
            <a:spLocks noGrp="1" noEditPoints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>
            <a:spLocks noGrp="1" noEditPoints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Char char="●"/>
              <a:defRPr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Char char="○"/>
              <a:defRPr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Char char="■"/>
              <a:defRPr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Char char="●"/>
              <a:defRPr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Char char="○"/>
              <a:defRPr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Char char="■"/>
              <a:defRPr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Char char="●"/>
              <a:defRPr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Char char="○"/>
              <a:defRPr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Char char="■"/>
              <a:defRPr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pPr lvl="0"/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5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>
            <a:spLocks noGrp="1" noEditPoints="1"/>
          </p:cNvSpPr>
          <p:nvPr>
            <p:ph type="ctrTitle"/>
          </p:nvPr>
        </p:nvSpPr>
        <p:spPr>
          <a:xfrm>
            <a:off x="447225" y="701245"/>
            <a:ext cx="6860355" cy="248198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4400" dirty="0">
                <a:solidFill>
                  <a:schemeClr val="tx1"/>
                </a:solidFill>
              </a:rPr>
              <a:t>Optimizing the Egyptian Premier League Schedule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282" name="Google Shape;282;p29"/>
          <p:cNvSpPr>
            <a:spLocks noGrp="1" noEditPoints="1"/>
          </p:cNvSpPr>
          <p:nvPr>
            <p:ph type="subTitle" idx="1"/>
          </p:nvPr>
        </p:nvSpPr>
        <p:spPr>
          <a:xfrm>
            <a:off x="447225" y="3183225"/>
            <a:ext cx="7927155" cy="390931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/>
            <a:r>
              <a:rPr lang="en-US" b="1" dirty="0"/>
              <a:t>A Mathematical Optimization Approach using Integer Linear Programming</a:t>
            </a:r>
            <a:endParaRPr b="1" dirty="0"/>
          </a:p>
        </p:txBody>
      </p:sp>
      <p:cxnSp>
        <p:nvCxnSpPr>
          <p:cNvPr id="283" name="Google Shape;283;p29"/>
          <p:cNvCxnSpPr/>
          <p:nvPr/>
        </p:nvCxnSpPr>
        <p:spPr>
          <a:xfrm rot="10800000">
            <a:off x="449400" y="3000345"/>
            <a:ext cx="412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234BA7A-CD02-E942-2541-933768D24F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54" y="3799394"/>
            <a:ext cx="790428" cy="12697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302" name="Google Shape;302;p31"/>
          <p:cNvSpPr txBox="1">
            <a:spLocks noGrp="1"/>
          </p:cNvSpPr>
          <p:nvPr>
            <p:ph type="title" idx="5"/>
          </p:nvPr>
        </p:nvSpPr>
        <p:spPr>
          <a:xfrm>
            <a:off x="881827" y="1351818"/>
            <a:ext cx="580976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01</a:t>
            </a:r>
            <a:endParaRPr sz="1700" dirty="0"/>
          </a:p>
        </p:txBody>
      </p:sp>
      <p:sp>
        <p:nvSpPr>
          <p:cNvPr id="306" name="Google Shape;306;p31"/>
          <p:cNvSpPr txBox="1">
            <a:spLocks noGrp="1"/>
          </p:cNvSpPr>
          <p:nvPr>
            <p:ph type="subTitle" idx="9"/>
          </p:nvPr>
        </p:nvSpPr>
        <p:spPr>
          <a:xfrm>
            <a:off x="1434816" y="1325641"/>
            <a:ext cx="1916703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700" b="1" dirty="0"/>
              <a:t>Introduction</a:t>
            </a:r>
            <a:endParaRPr sz="1700" b="1" dirty="0"/>
          </a:p>
        </p:txBody>
      </p:sp>
      <p:sp>
        <p:nvSpPr>
          <p:cNvPr id="31" name="Google Shape;305;p31">
            <a:extLst>
              <a:ext uri="{FF2B5EF4-FFF2-40B4-BE49-F238E27FC236}">
                <a16:creationId xmlns:a16="http://schemas.microsoft.com/office/drawing/2014/main" id="{73CE8576-CD21-DCBE-272B-025279C6F9AA}"/>
              </a:ext>
            </a:extLst>
          </p:cNvPr>
          <p:cNvSpPr txBox="1">
            <a:spLocks/>
          </p:cNvSpPr>
          <p:nvPr/>
        </p:nvSpPr>
        <p:spPr>
          <a:xfrm>
            <a:off x="3430608" y="5794932"/>
            <a:ext cx="580976" cy="572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" sz="1700"/>
              <a:t>03</a:t>
            </a:r>
          </a:p>
        </p:txBody>
      </p:sp>
      <p:sp>
        <p:nvSpPr>
          <p:cNvPr id="33" name="Google Shape;309;p31">
            <a:extLst>
              <a:ext uri="{FF2B5EF4-FFF2-40B4-BE49-F238E27FC236}">
                <a16:creationId xmlns:a16="http://schemas.microsoft.com/office/drawing/2014/main" id="{C04CD7E2-20AD-7EB0-3BF8-DC3552AC400C}"/>
              </a:ext>
            </a:extLst>
          </p:cNvPr>
          <p:cNvSpPr txBox="1">
            <a:spLocks/>
          </p:cNvSpPr>
          <p:nvPr/>
        </p:nvSpPr>
        <p:spPr>
          <a:xfrm>
            <a:off x="4033719" y="5811660"/>
            <a:ext cx="160033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2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700" b="1"/>
              <a:t>The school’s teachers</a:t>
            </a:r>
            <a:endParaRPr lang="en-US" sz="1700" b="1" dirty="0"/>
          </a:p>
        </p:txBody>
      </p:sp>
      <p:sp>
        <p:nvSpPr>
          <p:cNvPr id="42" name="Google Shape;302;p31">
            <a:extLst>
              <a:ext uri="{FF2B5EF4-FFF2-40B4-BE49-F238E27FC236}">
                <a16:creationId xmlns:a16="http://schemas.microsoft.com/office/drawing/2014/main" id="{C3A7ECE7-D055-4B2D-859B-965956C211D2}"/>
              </a:ext>
            </a:extLst>
          </p:cNvPr>
          <p:cNvSpPr txBox="1">
            <a:spLocks/>
          </p:cNvSpPr>
          <p:nvPr/>
        </p:nvSpPr>
        <p:spPr>
          <a:xfrm>
            <a:off x="3688842" y="1365806"/>
            <a:ext cx="580976" cy="572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" sz="1700" dirty="0"/>
              <a:t>02</a:t>
            </a:r>
          </a:p>
        </p:txBody>
      </p:sp>
      <p:sp>
        <p:nvSpPr>
          <p:cNvPr id="43" name="Google Shape;306;p31">
            <a:extLst>
              <a:ext uri="{FF2B5EF4-FFF2-40B4-BE49-F238E27FC236}">
                <a16:creationId xmlns:a16="http://schemas.microsoft.com/office/drawing/2014/main" id="{C7E652E5-681B-9E25-340C-8F17859465C9}"/>
              </a:ext>
            </a:extLst>
          </p:cNvPr>
          <p:cNvSpPr txBox="1">
            <a:spLocks/>
          </p:cNvSpPr>
          <p:nvPr/>
        </p:nvSpPr>
        <p:spPr>
          <a:xfrm>
            <a:off x="4241831" y="1317327"/>
            <a:ext cx="191670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2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700" b="1" dirty="0"/>
              <a:t>Background</a:t>
            </a:r>
          </a:p>
        </p:txBody>
      </p:sp>
      <p:sp>
        <p:nvSpPr>
          <p:cNvPr id="44" name="Google Shape;302;p31">
            <a:extLst>
              <a:ext uri="{FF2B5EF4-FFF2-40B4-BE49-F238E27FC236}">
                <a16:creationId xmlns:a16="http://schemas.microsoft.com/office/drawing/2014/main" id="{F53F169B-2044-90B0-1FA3-0AD5CD2BB0C6}"/>
              </a:ext>
            </a:extLst>
          </p:cNvPr>
          <p:cNvSpPr txBox="1">
            <a:spLocks/>
          </p:cNvSpPr>
          <p:nvPr/>
        </p:nvSpPr>
        <p:spPr>
          <a:xfrm>
            <a:off x="6495857" y="1359568"/>
            <a:ext cx="580976" cy="572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" sz="1700" dirty="0"/>
              <a:t>03</a:t>
            </a:r>
          </a:p>
        </p:txBody>
      </p:sp>
      <p:sp>
        <p:nvSpPr>
          <p:cNvPr id="45" name="Google Shape;306;p31">
            <a:extLst>
              <a:ext uri="{FF2B5EF4-FFF2-40B4-BE49-F238E27FC236}">
                <a16:creationId xmlns:a16="http://schemas.microsoft.com/office/drawing/2014/main" id="{9AA877D7-87BC-87C2-ADF4-16E9EDC608AA}"/>
              </a:ext>
            </a:extLst>
          </p:cNvPr>
          <p:cNvSpPr txBox="1">
            <a:spLocks/>
          </p:cNvSpPr>
          <p:nvPr/>
        </p:nvSpPr>
        <p:spPr>
          <a:xfrm>
            <a:off x="7048846" y="1325957"/>
            <a:ext cx="191670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2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700" b="1" dirty="0"/>
              <a:t>Project Data</a:t>
            </a:r>
          </a:p>
        </p:txBody>
      </p:sp>
      <p:sp>
        <p:nvSpPr>
          <p:cNvPr id="46" name="Google Shape;302;p31">
            <a:extLst>
              <a:ext uri="{FF2B5EF4-FFF2-40B4-BE49-F238E27FC236}">
                <a16:creationId xmlns:a16="http://schemas.microsoft.com/office/drawing/2014/main" id="{D77A2354-E2AC-01DC-DDA3-25B6F10F1F7F}"/>
              </a:ext>
            </a:extLst>
          </p:cNvPr>
          <p:cNvSpPr txBox="1">
            <a:spLocks/>
          </p:cNvSpPr>
          <p:nvPr/>
        </p:nvSpPr>
        <p:spPr>
          <a:xfrm>
            <a:off x="885547" y="2433483"/>
            <a:ext cx="580976" cy="572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" sz="1700" dirty="0"/>
              <a:t>04</a:t>
            </a:r>
          </a:p>
        </p:txBody>
      </p:sp>
      <p:sp>
        <p:nvSpPr>
          <p:cNvPr id="47" name="Google Shape;306;p31">
            <a:extLst>
              <a:ext uri="{FF2B5EF4-FFF2-40B4-BE49-F238E27FC236}">
                <a16:creationId xmlns:a16="http://schemas.microsoft.com/office/drawing/2014/main" id="{A0BCDFE8-DB74-1DD9-E0AC-9EA5AC0EF58D}"/>
              </a:ext>
            </a:extLst>
          </p:cNvPr>
          <p:cNvSpPr txBox="1">
            <a:spLocks/>
          </p:cNvSpPr>
          <p:nvPr/>
        </p:nvSpPr>
        <p:spPr>
          <a:xfrm>
            <a:off x="1438536" y="2489080"/>
            <a:ext cx="191670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2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700" b="1" dirty="0"/>
              <a:t>Mathematical Model</a:t>
            </a:r>
          </a:p>
        </p:txBody>
      </p:sp>
      <p:sp>
        <p:nvSpPr>
          <p:cNvPr id="48" name="Google Shape;302;p31">
            <a:extLst>
              <a:ext uri="{FF2B5EF4-FFF2-40B4-BE49-F238E27FC236}">
                <a16:creationId xmlns:a16="http://schemas.microsoft.com/office/drawing/2014/main" id="{B7C8CB92-FFFC-9B37-7EF1-2AE39CCAA754}"/>
              </a:ext>
            </a:extLst>
          </p:cNvPr>
          <p:cNvSpPr txBox="1">
            <a:spLocks/>
          </p:cNvSpPr>
          <p:nvPr/>
        </p:nvSpPr>
        <p:spPr>
          <a:xfrm>
            <a:off x="3692562" y="2447471"/>
            <a:ext cx="580976" cy="572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" sz="1700" dirty="0"/>
              <a:t>05</a:t>
            </a:r>
          </a:p>
        </p:txBody>
      </p:sp>
      <p:sp>
        <p:nvSpPr>
          <p:cNvPr id="49" name="Google Shape;306;p31">
            <a:extLst>
              <a:ext uri="{FF2B5EF4-FFF2-40B4-BE49-F238E27FC236}">
                <a16:creationId xmlns:a16="http://schemas.microsoft.com/office/drawing/2014/main" id="{EAF0232F-605A-D6F6-A08E-35AFDCEAE97C}"/>
              </a:ext>
            </a:extLst>
          </p:cNvPr>
          <p:cNvSpPr txBox="1">
            <a:spLocks/>
          </p:cNvSpPr>
          <p:nvPr/>
        </p:nvSpPr>
        <p:spPr>
          <a:xfrm>
            <a:off x="4245551" y="2503068"/>
            <a:ext cx="191670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2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700" b="1" dirty="0"/>
              <a:t>Solution Methodology</a:t>
            </a:r>
          </a:p>
        </p:txBody>
      </p:sp>
      <p:sp>
        <p:nvSpPr>
          <p:cNvPr id="50" name="Google Shape;302;p31">
            <a:extLst>
              <a:ext uri="{FF2B5EF4-FFF2-40B4-BE49-F238E27FC236}">
                <a16:creationId xmlns:a16="http://schemas.microsoft.com/office/drawing/2014/main" id="{AAF9500A-67A1-DE70-9A84-6A54AEE3A5B1}"/>
              </a:ext>
            </a:extLst>
          </p:cNvPr>
          <p:cNvSpPr txBox="1">
            <a:spLocks/>
          </p:cNvSpPr>
          <p:nvPr/>
        </p:nvSpPr>
        <p:spPr>
          <a:xfrm>
            <a:off x="6499577" y="2441233"/>
            <a:ext cx="580976" cy="572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" sz="1700" dirty="0"/>
              <a:t>06</a:t>
            </a:r>
          </a:p>
        </p:txBody>
      </p:sp>
      <p:sp>
        <p:nvSpPr>
          <p:cNvPr id="51" name="Google Shape;306;p31">
            <a:extLst>
              <a:ext uri="{FF2B5EF4-FFF2-40B4-BE49-F238E27FC236}">
                <a16:creationId xmlns:a16="http://schemas.microsoft.com/office/drawing/2014/main" id="{7067EF24-9F06-9840-20A3-BAF8209FF4A5}"/>
              </a:ext>
            </a:extLst>
          </p:cNvPr>
          <p:cNvSpPr txBox="1">
            <a:spLocks/>
          </p:cNvSpPr>
          <p:nvPr/>
        </p:nvSpPr>
        <p:spPr>
          <a:xfrm>
            <a:off x="7045132" y="2496830"/>
            <a:ext cx="191670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2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700" b="1" dirty="0"/>
              <a:t>Insights &amp;Visualization</a:t>
            </a:r>
          </a:p>
        </p:txBody>
      </p:sp>
      <p:sp>
        <p:nvSpPr>
          <p:cNvPr id="52" name="Google Shape;302;p31">
            <a:extLst>
              <a:ext uri="{FF2B5EF4-FFF2-40B4-BE49-F238E27FC236}">
                <a16:creationId xmlns:a16="http://schemas.microsoft.com/office/drawing/2014/main" id="{12FDD200-4CF6-99E1-02A6-0094CD4545C6}"/>
              </a:ext>
            </a:extLst>
          </p:cNvPr>
          <p:cNvSpPr txBox="1">
            <a:spLocks/>
          </p:cNvSpPr>
          <p:nvPr/>
        </p:nvSpPr>
        <p:spPr>
          <a:xfrm>
            <a:off x="2056425" y="3479793"/>
            <a:ext cx="580976" cy="572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" sz="1700" dirty="0"/>
              <a:t>07</a:t>
            </a:r>
          </a:p>
        </p:txBody>
      </p:sp>
      <p:sp>
        <p:nvSpPr>
          <p:cNvPr id="53" name="Google Shape;306;p31">
            <a:extLst>
              <a:ext uri="{FF2B5EF4-FFF2-40B4-BE49-F238E27FC236}">
                <a16:creationId xmlns:a16="http://schemas.microsoft.com/office/drawing/2014/main" id="{B437B071-D3D7-FEBA-DE68-D75EC5041811}"/>
              </a:ext>
            </a:extLst>
          </p:cNvPr>
          <p:cNvSpPr txBox="1">
            <a:spLocks/>
          </p:cNvSpPr>
          <p:nvPr/>
        </p:nvSpPr>
        <p:spPr>
          <a:xfrm>
            <a:off x="2609414" y="3483352"/>
            <a:ext cx="191670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2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700" b="1" dirty="0"/>
              <a:t>User Interface</a:t>
            </a:r>
          </a:p>
        </p:txBody>
      </p:sp>
      <p:sp>
        <p:nvSpPr>
          <p:cNvPr id="54" name="Google Shape;302;p31">
            <a:extLst>
              <a:ext uri="{FF2B5EF4-FFF2-40B4-BE49-F238E27FC236}">
                <a16:creationId xmlns:a16="http://schemas.microsoft.com/office/drawing/2014/main" id="{FE09CE9F-9CFE-7AEA-615D-71E9A416EE1D}"/>
              </a:ext>
            </a:extLst>
          </p:cNvPr>
          <p:cNvSpPr txBox="1">
            <a:spLocks/>
          </p:cNvSpPr>
          <p:nvPr/>
        </p:nvSpPr>
        <p:spPr>
          <a:xfrm>
            <a:off x="4863440" y="3493781"/>
            <a:ext cx="580976" cy="572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 panose="00000500000000000000" pitchFamily="2" charset="0"/>
              <a:buNone/>
              <a:defRPr sz="3000" b="1" i="0" u="none" strike="noStrike" cap="none">
                <a:solidFill>
                  <a:schemeClr val="l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" sz="1700" dirty="0"/>
              <a:t>08</a:t>
            </a:r>
          </a:p>
        </p:txBody>
      </p:sp>
      <p:sp>
        <p:nvSpPr>
          <p:cNvPr id="55" name="Google Shape;306;p31">
            <a:extLst>
              <a:ext uri="{FF2B5EF4-FFF2-40B4-BE49-F238E27FC236}">
                <a16:creationId xmlns:a16="http://schemas.microsoft.com/office/drawing/2014/main" id="{A94E3EC9-F638-8F2F-8100-47A37075D683}"/>
              </a:ext>
            </a:extLst>
          </p:cNvPr>
          <p:cNvSpPr txBox="1">
            <a:spLocks/>
          </p:cNvSpPr>
          <p:nvPr/>
        </p:nvSpPr>
        <p:spPr>
          <a:xfrm>
            <a:off x="5416429" y="3556812"/>
            <a:ext cx="191670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2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700" b="1" dirty="0"/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>
            <a:spLocks noGrp="1" noEditPoints="1"/>
          </p:cNvSpPr>
          <p:nvPr>
            <p:ph type="title"/>
          </p:nvPr>
        </p:nvSpPr>
        <p:spPr>
          <a:xfrm>
            <a:off x="2083724" y="1527636"/>
            <a:ext cx="5632919" cy="965729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</a:p>
        </p:txBody>
      </p:sp>
      <p:sp>
        <p:nvSpPr>
          <p:cNvPr id="331" name="Google Shape;331;p34"/>
          <p:cNvSpPr>
            <a:spLocks noGrp="1" noEditPoints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30" name="Google Shape;330;p34"/>
          <p:cNvSpPr>
            <a:spLocks noGrp="1" noEditPoints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/>
            <a:r>
              <a:rPr lang="en-US" b="1" dirty="0"/>
              <a:t>Introduction To The Project And Problem Overview </a:t>
            </a:r>
          </a:p>
        </p:txBody>
      </p:sp>
      <p:grpSp>
        <p:nvGrpSpPr>
          <p:cNvPr id="332" name="Google Shape;332;p34"/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cxnSp>
        <p:nvCxnSpPr>
          <p:cNvPr id="336" name="Google Shape;336;p34"/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 noEditPoints="1" noChangeArrowheads="1"/>
          </p:cNvSpPr>
          <p:nvPr>
            <p:ph type="subTitle" idx="1"/>
          </p:nvPr>
        </p:nvSpPr>
        <p:spPr bwMode="auto">
          <a:xfrm>
            <a:off x="512956" y="1051323"/>
            <a:ext cx="8302269" cy="34624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anose="020B0604020202020204" pitchFamily="2" charset="0"/>
            </a:endParaRPr>
          </a:p>
          <a:p>
            <a:pPr marL="285750" marR="0" indent="-285750" algn="l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DM Sans" panose="020B0604020202020204" pitchFamily="2" charset="0"/>
              </a:rPr>
              <a:t>For years, league scheduling relied on manual planning, quietly accumulating issues that became impossible to ignore during Egypt’s emergency hosting of AFCON 2019.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anose="020B0604020202020204" pitchFamily="2" charset="0"/>
            </a:endParaRPr>
          </a:p>
          <a:p>
            <a:pPr marL="285750" marR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This</a:t>
            </a:r>
            <a:r>
              <a:rPr kumimoji="0" lang="en-US" altLang="en-US" sz="16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 trapped the league in a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 "Domino Effect" </a:t>
            </a:r>
            <a:r>
              <a:rPr kumimoji="0" lang="en-US" altLang="en-US" sz="16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which results in:</a:t>
            </a:r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Fixture Congestion: Teams facing impossible turnaround time</a:t>
            </a:r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Uneven Rest: Disparities in recovery time between competing clubs.</a:t>
            </a:r>
          </a:p>
          <a:p>
            <a:pPr marL="742950" lvl="1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Frequent Postponements: A chaotic schedule that changes frequently.</a:t>
            </a:r>
          </a:p>
          <a:p>
            <a:pPr marL="457200" lvl="1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anose="020B0604020202020204" pitchFamily="2" charset="0"/>
            </a:endParaRPr>
          </a:p>
        </p:txBody>
      </p:sp>
      <p:sp>
        <p:nvSpPr>
          <p:cNvPr id="314" name="Google Shape;314;p32"/>
          <p:cNvSpPr>
            <a:spLocks noGrp="1" noEditPoints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dirty="0"/>
              <a:t>The origin of the story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EditPoints="1" noChangeArrowheads="1"/>
          </p:cNvSpPr>
          <p:nvPr>
            <p:ph type="subTitle" idx="1"/>
          </p:nvPr>
        </p:nvSpPr>
        <p:spPr bwMode="auto">
          <a:xfrm>
            <a:off x="986308" y="1387548"/>
            <a:ext cx="7963080" cy="30931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Structured Framework: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 Model the league using Integer Linear Programming (ILP) /</a:t>
            </a: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DM Sans" panose="020B0604020202020204" pitchFamily="2" charset="0"/>
              </a:rPr>
              <a:t>CP-SAT.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anose="020B0604020202020204" pitchFamily="2" charset="0"/>
            </a:endParaRPr>
          </a:p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Time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 Fit the standard 34-round season strictly between August and May.</a:t>
            </a:r>
          </a:p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Constraint Satisfaction: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 Respect CAF commitments, Security refusals, and FIFA breaks.</a:t>
            </a:r>
          </a:p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Fairness: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anose="020B0604020202020204" pitchFamily="2" charset="0"/>
              </a:rPr>
              <a:t> Balance Home/Away streaks and travel distances.</a:t>
            </a:r>
          </a:p>
        </p:txBody>
      </p:sp>
      <p:sp>
        <p:nvSpPr>
          <p:cNvPr id="314" name="Google Shape;314;p32"/>
          <p:cNvSpPr>
            <a:spLocks noGrp="1" noEditPoints="1"/>
          </p:cNvSpPr>
          <p:nvPr>
            <p:ph type="title"/>
          </p:nvPr>
        </p:nvSpPr>
        <p:spPr>
          <a:xfrm>
            <a:off x="743375" y="59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dirty="0"/>
              <a:t>Our Goal</a:t>
            </a:r>
            <a:endParaRPr dirty="0"/>
          </a:p>
        </p:txBody>
      </p:sp>
      <p:sp>
        <p:nvSpPr>
          <p:cNvPr id="2" name="Google Shape;314;p32"/>
          <p:cNvSpPr txBox="1"/>
          <p:nvPr/>
        </p:nvSpPr>
        <p:spPr>
          <a:xfrm>
            <a:off x="566240" y="963827"/>
            <a:ext cx="7543980" cy="440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endParaRPr lang="en-US" sz="2400" dirty="0"/>
          </a:p>
        </p:txBody>
      </p:sp>
      <p:grpSp>
        <p:nvGrpSpPr>
          <p:cNvPr id="10" name="Google Shape;8456;p67"/>
          <p:cNvGrpSpPr/>
          <p:nvPr/>
        </p:nvGrpSpPr>
        <p:grpSpPr>
          <a:xfrm>
            <a:off x="646087" y="2430375"/>
            <a:ext cx="340221" cy="340168"/>
            <a:chOff x="3270475" y="1427025"/>
            <a:chExt cx="483200" cy="483125"/>
          </a:xfrm>
          <a:solidFill>
            <a:schemeClr val="tx2">
              <a:lumMod val="95000"/>
            </a:schemeClr>
          </a:solidFill>
        </p:grpSpPr>
        <p:sp>
          <p:nvSpPr>
            <p:cNvPr id="11" name="Google Shape;8457;p67"/>
            <p:cNvSpPr/>
            <p:nvPr/>
          </p:nvSpPr>
          <p:spPr>
            <a:xfrm>
              <a:off x="32704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>
                  <a:moveTo>
                    <a:pt x="9630" y="1133"/>
                  </a:moveTo>
                  <a:cubicBezTo>
                    <a:pt x="14352" y="1133"/>
                    <a:pt x="18196" y="4943"/>
                    <a:pt x="18196" y="9626"/>
                  </a:cubicBezTo>
                  <a:cubicBezTo>
                    <a:pt x="18196" y="14349"/>
                    <a:pt x="14352" y="18193"/>
                    <a:pt x="9630" y="18193"/>
                  </a:cubicBezTo>
                  <a:cubicBezTo>
                    <a:pt x="4946" y="18193"/>
                    <a:pt x="1136" y="14349"/>
                    <a:pt x="1136" y="9626"/>
                  </a:cubicBezTo>
                  <a:cubicBezTo>
                    <a:pt x="1136" y="4943"/>
                    <a:pt x="4946" y="1133"/>
                    <a:pt x="9630" y="1133"/>
                  </a:cubicBezTo>
                  <a:close/>
                  <a:moveTo>
                    <a:pt x="9641" y="0"/>
                  </a:moveTo>
                  <a:cubicBezTo>
                    <a:pt x="9637" y="0"/>
                    <a:pt x="9633" y="0"/>
                    <a:pt x="9630" y="0"/>
                  </a:cubicBezTo>
                  <a:cubicBezTo>
                    <a:pt x="4312" y="0"/>
                    <a:pt x="4" y="4309"/>
                    <a:pt x="4" y="9626"/>
                  </a:cubicBezTo>
                  <a:cubicBezTo>
                    <a:pt x="1" y="12187"/>
                    <a:pt x="1012" y="14648"/>
                    <a:pt x="2821" y="16465"/>
                  </a:cubicBezTo>
                  <a:cubicBezTo>
                    <a:pt x="4644" y="18310"/>
                    <a:pt x="7063" y="19325"/>
                    <a:pt x="9630" y="19325"/>
                  </a:cubicBezTo>
                  <a:cubicBezTo>
                    <a:pt x="10922" y="19325"/>
                    <a:pt x="12199" y="19065"/>
                    <a:pt x="13389" y="18555"/>
                  </a:cubicBezTo>
                  <a:cubicBezTo>
                    <a:pt x="15711" y="17558"/>
                    <a:pt x="17562" y="15708"/>
                    <a:pt x="18558" y="13386"/>
                  </a:cubicBezTo>
                  <a:cubicBezTo>
                    <a:pt x="19068" y="12196"/>
                    <a:pt x="19328" y="10919"/>
                    <a:pt x="19328" y="9626"/>
                  </a:cubicBezTo>
                  <a:cubicBezTo>
                    <a:pt x="19328" y="7060"/>
                    <a:pt x="18313" y="4641"/>
                    <a:pt x="16469" y="2818"/>
                  </a:cubicBezTo>
                  <a:cubicBezTo>
                    <a:pt x="14654" y="1012"/>
                    <a:pt x="12197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anose="020B0604020202020204" pitchFamily="2" charset="0"/>
              </a:endParaRPr>
            </a:p>
          </p:txBody>
        </p:sp>
        <p:sp>
          <p:nvSpPr>
            <p:cNvPr id="12" name="Google Shape;8458;p67"/>
            <p:cNvSpPr/>
            <p:nvPr/>
          </p:nvSpPr>
          <p:spPr>
            <a:xfrm>
              <a:off x="3497550" y="1596875"/>
              <a:ext cx="87650" cy="141525"/>
            </a:xfrm>
            <a:custGeom>
              <a:avLst/>
              <a:gdLst/>
              <a:ahLst/>
              <a:cxnLst/>
              <a:rect l="l" t="t" r="r" b="b"/>
              <a:pathLst>
                <a:path w="3506" h="5661">
                  <a:moveTo>
                    <a:pt x="2885" y="1"/>
                  </a:moveTo>
                  <a:cubicBezTo>
                    <a:pt x="2740" y="1"/>
                    <a:pt x="2595" y="56"/>
                    <a:pt x="2485" y="166"/>
                  </a:cubicBezTo>
                  <a:lnTo>
                    <a:pt x="220" y="2431"/>
                  </a:lnTo>
                  <a:cubicBezTo>
                    <a:pt x="0" y="2651"/>
                    <a:pt x="0" y="3011"/>
                    <a:pt x="220" y="3231"/>
                  </a:cubicBezTo>
                  <a:lnTo>
                    <a:pt x="2485" y="5496"/>
                  </a:lnTo>
                  <a:cubicBezTo>
                    <a:pt x="2595" y="5606"/>
                    <a:pt x="2740" y="5661"/>
                    <a:pt x="2885" y="5661"/>
                  </a:cubicBezTo>
                  <a:cubicBezTo>
                    <a:pt x="3030" y="5661"/>
                    <a:pt x="3175" y="5606"/>
                    <a:pt x="3285" y="5496"/>
                  </a:cubicBezTo>
                  <a:cubicBezTo>
                    <a:pt x="3506" y="5275"/>
                    <a:pt x="3506" y="4916"/>
                    <a:pt x="3285" y="4695"/>
                  </a:cubicBezTo>
                  <a:lnTo>
                    <a:pt x="1422" y="2832"/>
                  </a:lnTo>
                  <a:lnTo>
                    <a:pt x="3285" y="966"/>
                  </a:lnTo>
                  <a:cubicBezTo>
                    <a:pt x="3506" y="746"/>
                    <a:pt x="3506" y="387"/>
                    <a:pt x="3285" y="166"/>
                  </a:cubicBezTo>
                  <a:cubicBezTo>
                    <a:pt x="3175" y="56"/>
                    <a:pt x="3030" y="1"/>
                    <a:pt x="28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anose="020B0604020202020204" pitchFamily="2" charset="0"/>
              </a:endParaRPr>
            </a:p>
          </p:txBody>
        </p:sp>
        <p:sp>
          <p:nvSpPr>
            <p:cNvPr id="13" name="Google Shape;8459;p67"/>
            <p:cNvSpPr/>
            <p:nvPr/>
          </p:nvSpPr>
          <p:spPr>
            <a:xfrm>
              <a:off x="3327100" y="1483625"/>
              <a:ext cx="369975" cy="369925"/>
            </a:xfrm>
            <a:custGeom>
              <a:avLst/>
              <a:gdLst/>
              <a:ahLst/>
              <a:cxnLst/>
              <a:rect l="l" t="t" r="r" b="b"/>
              <a:pathLst>
                <a:path w="14799" h="14797">
                  <a:moveTo>
                    <a:pt x="7929" y="1157"/>
                  </a:moveTo>
                  <a:cubicBezTo>
                    <a:pt x="9206" y="1272"/>
                    <a:pt x="10420" y="1770"/>
                    <a:pt x="11411" y="2589"/>
                  </a:cubicBezTo>
                  <a:lnTo>
                    <a:pt x="11042" y="2957"/>
                  </a:lnTo>
                  <a:cubicBezTo>
                    <a:pt x="10828" y="3180"/>
                    <a:pt x="10831" y="3534"/>
                    <a:pt x="11048" y="3751"/>
                  </a:cubicBezTo>
                  <a:cubicBezTo>
                    <a:pt x="11158" y="3861"/>
                    <a:pt x="11303" y="3916"/>
                    <a:pt x="11448" y="3916"/>
                  </a:cubicBezTo>
                  <a:cubicBezTo>
                    <a:pt x="11590" y="3916"/>
                    <a:pt x="11732" y="3863"/>
                    <a:pt x="11842" y="3757"/>
                  </a:cubicBezTo>
                  <a:lnTo>
                    <a:pt x="12214" y="3389"/>
                  </a:lnTo>
                  <a:cubicBezTo>
                    <a:pt x="13026" y="4349"/>
                    <a:pt x="13524" y="5539"/>
                    <a:pt x="13639" y="6795"/>
                  </a:cubicBezTo>
                  <a:lnTo>
                    <a:pt x="13101" y="6795"/>
                  </a:lnTo>
                  <a:cubicBezTo>
                    <a:pt x="12787" y="6795"/>
                    <a:pt x="12534" y="7048"/>
                    <a:pt x="12534" y="7362"/>
                  </a:cubicBezTo>
                  <a:cubicBezTo>
                    <a:pt x="12534" y="7673"/>
                    <a:pt x="12787" y="7927"/>
                    <a:pt x="13101" y="7927"/>
                  </a:cubicBezTo>
                  <a:lnTo>
                    <a:pt x="13639" y="7927"/>
                  </a:lnTo>
                  <a:cubicBezTo>
                    <a:pt x="13515" y="9198"/>
                    <a:pt x="13005" y="10400"/>
                    <a:pt x="12178" y="11375"/>
                  </a:cubicBezTo>
                  <a:lnTo>
                    <a:pt x="11842" y="11040"/>
                  </a:lnTo>
                  <a:cubicBezTo>
                    <a:pt x="11732" y="10934"/>
                    <a:pt x="11590" y="10881"/>
                    <a:pt x="11448" y="10881"/>
                  </a:cubicBezTo>
                  <a:cubicBezTo>
                    <a:pt x="11303" y="10881"/>
                    <a:pt x="11158" y="10936"/>
                    <a:pt x="11048" y="11046"/>
                  </a:cubicBezTo>
                  <a:cubicBezTo>
                    <a:pt x="10831" y="11264"/>
                    <a:pt x="10828" y="11617"/>
                    <a:pt x="11042" y="11840"/>
                  </a:cubicBezTo>
                  <a:lnTo>
                    <a:pt x="11377" y="12175"/>
                  </a:lnTo>
                  <a:cubicBezTo>
                    <a:pt x="10402" y="13003"/>
                    <a:pt x="9200" y="13513"/>
                    <a:pt x="7929" y="13637"/>
                  </a:cubicBezTo>
                  <a:lnTo>
                    <a:pt x="7929" y="13099"/>
                  </a:lnTo>
                  <a:cubicBezTo>
                    <a:pt x="7929" y="12785"/>
                    <a:pt x="7676" y="12532"/>
                    <a:pt x="7365" y="12532"/>
                  </a:cubicBezTo>
                  <a:cubicBezTo>
                    <a:pt x="7051" y="12532"/>
                    <a:pt x="6797" y="12785"/>
                    <a:pt x="6797" y="13099"/>
                  </a:cubicBezTo>
                  <a:lnTo>
                    <a:pt x="6797" y="13637"/>
                  </a:lnTo>
                  <a:cubicBezTo>
                    <a:pt x="5541" y="13522"/>
                    <a:pt x="4351" y="13024"/>
                    <a:pt x="3391" y="12212"/>
                  </a:cubicBezTo>
                  <a:lnTo>
                    <a:pt x="3759" y="11840"/>
                  </a:lnTo>
                  <a:cubicBezTo>
                    <a:pt x="3974" y="11617"/>
                    <a:pt x="3971" y="11264"/>
                    <a:pt x="3753" y="11046"/>
                  </a:cubicBezTo>
                  <a:cubicBezTo>
                    <a:pt x="3643" y="10936"/>
                    <a:pt x="3499" y="10881"/>
                    <a:pt x="3354" y="10881"/>
                  </a:cubicBezTo>
                  <a:cubicBezTo>
                    <a:pt x="3212" y="10881"/>
                    <a:pt x="3070" y="10934"/>
                    <a:pt x="2959" y="11040"/>
                  </a:cubicBezTo>
                  <a:lnTo>
                    <a:pt x="2591" y="11408"/>
                  </a:lnTo>
                  <a:cubicBezTo>
                    <a:pt x="1773" y="10418"/>
                    <a:pt x="1274" y="9204"/>
                    <a:pt x="1160" y="7927"/>
                  </a:cubicBezTo>
                  <a:lnTo>
                    <a:pt x="1703" y="7927"/>
                  </a:lnTo>
                  <a:cubicBezTo>
                    <a:pt x="2014" y="7927"/>
                    <a:pt x="2268" y="7673"/>
                    <a:pt x="2268" y="7362"/>
                  </a:cubicBezTo>
                  <a:cubicBezTo>
                    <a:pt x="2268" y="7048"/>
                    <a:pt x="2014" y="6795"/>
                    <a:pt x="1703" y="6795"/>
                  </a:cubicBezTo>
                  <a:lnTo>
                    <a:pt x="1163" y="6795"/>
                  </a:lnTo>
                  <a:cubicBezTo>
                    <a:pt x="1274" y="5539"/>
                    <a:pt x="1770" y="4346"/>
                    <a:pt x="2579" y="3377"/>
                  </a:cubicBezTo>
                  <a:lnTo>
                    <a:pt x="2959" y="3757"/>
                  </a:lnTo>
                  <a:cubicBezTo>
                    <a:pt x="3070" y="3863"/>
                    <a:pt x="3212" y="3916"/>
                    <a:pt x="3354" y="3916"/>
                  </a:cubicBezTo>
                  <a:cubicBezTo>
                    <a:pt x="3499" y="3916"/>
                    <a:pt x="3643" y="3861"/>
                    <a:pt x="3753" y="3751"/>
                  </a:cubicBezTo>
                  <a:cubicBezTo>
                    <a:pt x="3971" y="3534"/>
                    <a:pt x="3974" y="3180"/>
                    <a:pt x="3759" y="2957"/>
                  </a:cubicBezTo>
                  <a:lnTo>
                    <a:pt x="3379" y="2577"/>
                  </a:lnTo>
                  <a:cubicBezTo>
                    <a:pt x="4348" y="1767"/>
                    <a:pt x="5541" y="1272"/>
                    <a:pt x="6797" y="1160"/>
                  </a:cubicBezTo>
                  <a:lnTo>
                    <a:pt x="6797" y="1701"/>
                  </a:lnTo>
                  <a:cubicBezTo>
                    <a:pt x="6797" y="2012"/>
                    <a:pt x="7051" y="2266"/>
                    <a:pt x="7365" y="2266"/>
                  </a:cubicBezTo>
                  <a:cubicBezTo>
                    <a:pt x="7676" y="2266"/>
                    <a:pt x="7929" y="2012"/>
                    <a:pt x="7929" y="1701"/>
                  </a:cubicBezTo>
                  <a:lnTo>
                    <a:pt x="7929" y="1157"/>
                  </a:lnTo>
                  <a:close/>
                  <a:moveTo>
                    <a:pt x="7376" y="1"/>
                  </a:moveTo>
                  <a:cubicBezTo>
                    <a:pt x="7372" y="1"/>
                    <a:pt x="7368" y="1"/>
                    <a:pt x="7365" y="1"/>
                  </a:cubicBezTo>
                  <a:cubicBezTo>
                    <a:pt x="5435" y="1"/>
                    <a:pt x="3581" y="759"/>
                    <a:pt x="2210" y="2115"/>
                  </a:cubicBezTo>
                  <a:cubicBezTo>
                    <a:pt x="2174" y="2142"/>
                    <a:pt x="2141" y="2172"/>
                    <a:pt x="2114" y="2208"/>
                  </a:cubicBezTo>
                  <a:cubicBezTo>
                    <a:pt x="761" y="3582"/>
                    <a:pt x="3" y="5433"/>
                    <a:pt x="3" y="7362"/>
                  </a:cubicBezTo>
                  <a:cubicBezTo>
                    <a:pt x="0" y="9322"/>
                    <a:pt x="776" y="11206"/>
                    <a:pt x="2159" y="12598"/>
                  </a:cubicBezTo>
                  <a:lnTo>
                    <a:pt x="2177" y="12616"/>
                  </a:lnTo>
                  <a:lnTo>
                    <a:pt x="2180" y="12619"/>
                  </a:lnTo>
                  <a:lnTo>
                    <a:pt x="2186" y="12625"/>
                  </a:lnTo>
                  <a:cubicBezTo>
                    <a:pt x="3578" y="14023"/>
                    <a:pt x="5414" y="14796"/>
                    <a:pt x="7365" y="14796"/>
                  </a:cubicBezTo>
                  <a:cubicBezTo>
                    <a:pt x="9327" y="14796"/>
                    <a:pt x="11187" y="14017"/>
                    <a:pt x="12603" y="12601"/>
                  </a:cubicBezTo>
                  <a:cubicBezTo>
                    <a:pt x="14019" y="11185"/>
                    <a:pt x="14798" y="9325"/>
                    <a:pt x="14798" y="7362"/>
                  </a:cubicBezTo>
                  <a:cubicBezTo>
                    <a:pt x="14798" y="5415"/>
                    <a:pt x="14028" y="3576"/>
                    <a:pt x="12627" y="2184"/>
                  </a:cubicBezTo>
                  <a:lnTo>
                    <a:pt x="12621" y="2178"/>
                  </a:lnTo>
                  <a:cubicBezTo>
                    <a:pt x="12621" y="2175"/>
                    <a:pt x="12618" y="2175"/>
                    <a:pt x="12618" y="2175"/>
                  </a:cubicBezTo>
                  <a:lnTo>
                    <a:pt x="12600" y="2157"/>
                  </a:lnTo>
                  <a:cubicBezTo>
                    <a:pt x="11211" y="777"/>
                    <a:pt x="9331" y="1"/>
                    <a:pt x="73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anose="020B0604020202020204" pitchFamily="2" charset="0"/>
              </a:endParaRPr>
            </a:p>
          </p:txBody>
        </p:sp>
      </p:grpSp>
      <p:grpSp>
        <p:nvGrpSpPr>
          <p:cNvPr id="14" name="Google Shape;8466;p67"/>
          <p:cNvGrpSpPr/>
          <p:nvPr/>
        </p:nvGrpSpPr>
        <p:grpSpPr>
          <a:xfrm>
            <a:off x="634583" y="4094367"/>
            <a:ext cx="340221" cy="340168"/>
            <a:chOff x="5648375" y="1427025"/>
            <a:chExt cx="483200" cy="483125"/>
          </a:xfrm>
        </p:grpSpPr>
        <p:sp>
          <p:nvSpPr>
            <p:cNvPr id="15" name="Google Shape;8467;p67"/>
            <p:cNvSpPr/>
            <p:nvPr/>
          </p:nvSpPr>
          <p:spPr>
            <a:xfrm>
              <a:off x="5801075" y="1484625"/>
              <a:ext cx="177725" cy="162475"/>
            </a:xfrm>
            <a:custGeom>
              <a:avLst/>
              <a:gdLst/>
              <a:ahLst/>
              <a:cxnLst/>
              <a:rect l="l" t="t" r="r" b="b"/>
              <a:pathLst>
                <a:path w="7109" h="6499">
                  <a:moveTo>
                    <a:pt x="3554" y="1845"/>
                  </a:moveTo>
                  <a:lnTo>
                    <a:pt x="3920" y="2582"/>
                  </a:lnTo>
                  <a:cubicBezTo>
                    <a:pt x="4001" y="2751"/>
                    <a:pt x="4161" y="2866"/>
                    <a:pt x="4345" y="2893"/>
                  </a:cubicBezTo>
                  <a:lnTo>
                    <a:pt x="5158" y="3011"/>
                  </a:lnTo>
                  <a:lnTo>
                    <a:pt x="4569" y="3584"/>
                  </a:lnTo>
                  <a:cubicBezTo>
                    <a:pt x="4436" y="3714"/>
                    <a:pt x="4376" y="3901"/>
                    <a:pt x="4406" y="4086"/>
                  </a:cubicBezTo>
                  <a:lnTo>
                    <a:pt x="4545" y="4898"/>
                  </a:lnTo>
                  <a:lnTo>
                    <a:pt x="3820" y="4514"/>
                  </a:lnTo>
                  <a:cubicBezTo>
                    <a:pt x="3737" y="4469"/>
                    <a:pt x="3646" y="4446"/>
                    <a:pt x="3555" y="4446"/>
                  </a:cubicBezTo>
                  <a:cubicBezTo>
                    <a:pt x="3464" y="4446"/>
                    <a:pt x="3373" y="4469"/>
                    <a:pt x="3292" y="4514"/>
                  </a:cubicBezTo>
                  <a:lnTo>
                    <a:pt x="2561" y="4895"/>
                  </a:lnTo>
                  <a:lnTo>
                    <a:pt x="2703" y="4086"/>
                  </a:lnTo>
                  <a:cubicBezTo>
                    <a:pt x="2733" y="3901"/>
                    <a:pt x="2673" y="3714"/>
                    <a:pt x="2540" y="3584"/>
                  </a:cubicBezTo>
                  <a:lnTo>
                    <a:pt x="1951" y="3011"/>
                  </a:lnTo>
                  <a:lnTo>
                    <a:pt x="2763" y="2893"/>
                  </a:lnTo>
                  <a:cubicBezTo>
                    <a:pt x="2947" y="2866"/>
                    <a:pt x="3107" y="2751"/>
                    <a:pt x="3192" y="2582"/>
                  </a:cubicBezTo>
                  <a:lnTo>
                    <a:pt x="3554" y="1845"/>
                  </a:lnTo>
                  <a:close/>
                  <a:moveTo>
                    <a:pt x="3554" y="0"/>
                  </a:moveTo>
                  <a:cubicBezTo>
                    <a:pt x="3353" y="0"/>
                    <a:pt x="3151" y="106"/>
                    <a:pt x="3047" y="317"/>
                  </a:cubicBezTo>
                  <a:lnTo>
                    <a:pt x="2307" y="1815"/>
                  </a:lnTo>
                  <a:lnTo>
                    <a:pt x="653" y="2056"/>
                  </a:lnTo>
                  <a:cubicBezTo>
                    <a:pt x="188" y="2123"/>
                    <a:pt x="0" y="2694"/>
                    <a:pt x="339" y="3023"/>
                  </a:cubicBezTo>
                  <a:lnTo>
                    <a:pt x="1537" y="4188"/>
                  </a:lnTo>
                  <a:lnTo>
                    <a:pt x="1253" y="5837"/>
                  </a:lnTo>
                  <a:cubicBezTo>
                    <a:pt x="1191" y="6202"/>
                    <a:pt x="1480" y="6499"/>
                    <a:pt x="1809" y="6499"/>
                  </a:cubicBezTo>
                  <a:cubicBezTo>
                    <a:pt x="1897" y="6499"/>
                    <a:pt x="1987" y="6478"/>
                    <a:pt x="2075" y="6432"/>
                  </a:cubicBezTo>
                  <a:lnTo>
                    <a:pt x="3554" y="5656"/>
                  </a:lnTo>
                  <a:lnTo>
                    <a:pt x="5034" y="6432"/>
                  </a:lnTo>
                  <a:cubicBezTo>
                    <a:pt x="5121" y="6478"/>
                    <a:pt x="5212" y="6499"/>
                    <a:pt x="5299" y="6499"/>
                  </a:cubicBezTo>
                  <a:cubicBezTo>
                    <a:pt x="5629" y="6499"/>
                    <a:pt x="5917" y="6202"/>
                    <a:pt x="5855" y="5837"/>
                  </a:cubicBezTo>
                  <a:lnTo>
                    <a:pt x="5574" y="4188"/>
                  </a:lnTo>
                  <a:lnTo>
                    <a:pt x="6770" y="3023"/>
                  </a:lnTo>
                  <a:cubicBezTo>
                    <a:pt x="7108" y="2694"/>
                    <a:pt x="6921" y="2123"/>
                    <a:pt x="6456" y="2056"/>
                  </a:cubicBezTo>
                  <a:lnTo>
                    <a:pt x="4801" y="1815"/>
                  </a:lnTo>
                  <a:lnTo>
                    <a:pt x="4062" y="317"/>
                  </a:lnTo>
                  <a:cubicBezTo>
                    <a:pt x="3957" y="106"/>
                    <a:pt x="3756" y="0"/>
                    <a:pt x="3554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anose="020B0604020202020204" pitchFamily="2" charset="0"/>
              </a:endParaRPr>
            </a:p>
          </p:txBody>
        </p:sp>
        <p:sp>
          <p:nvSpPr>
            <p:cNvPr id="16" name="Google Shape;8468;p67"/>
            <p:cNvSpPr/>
            <p:nvPr/>
          </p:nvSpPr>
          <p:spPr>
            <a:xfrm>
              <a:off x="56483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>
                  <a:moveTo>
                    <a:pt x="2265" y="2304"/>
                  </a:moveTo>
                  <a:cubicBezTo>
                    <a:pt x="2890" y="2304"/>
                    <a:pt x="3397" y="2808"/>
                    <a:pt x="3397" y="3437"/>
                  </a:cubicBezTo>
                  <a:lnTo>
                    <a:pt x="3397" y="7398"/>
                  </a:lnTo>
                  <a:lnTo>
                    <a:pt x="3397" y="7474"/>
                  </a:lnTo>
                  <a:lnTo>
                    <a:pt x="1637" y="6299"/>
                  </a:lnTo>
                  <a:cubicBezTo>
                    <a:pt x="1320" y="6088"/>
                    <a:pt x="1129" y="5734"/>
                    <a:pt x="1132" y="5357"/>
                  </a:cubicBezTo>
                  <a:lnTo>
                    <a:pt x="1132" y="3437"/>
                  </a:lnTo>
                  <a:cubicBezTo>
                    <a:pt x="1132" y="2808"/>
                    <a:pt x="1640" y="2304"/>
                    <a:pt x="2265" y="2304"/>
                  </a:cubicBezTo>
                  <a:close/>
                  <a:moveTo>
                    <a:pt x="17060" y="2304"/>
                  </a:moveTo>
                  <a:cubicBezTo>
                    <a:pt x="17685" y="2304"/>
                    <a:pt x="18192" y="2808"/>
                    <a:pt x="18192" y="3437"/>
                  </a:cubicBezTo>
                  <a:lnTo>
                    <a:pt x="18192" y="5357"/>
                  </a:lnTo>
                  <a:cubicBezTo>
                    <a:pt x="18192" y="5737"/>
                    <a:pt x="18005" y="6091"/>
                    <a:pt x="17688" y="6302"/>
                  </a:cubicBezTo>
                  <a:lnTo>
                    <a:pt x="15928" y="7474"/>
                  </a:lnTo>
                  <a:lnTo>
                    <a:pt x="15928" y="7398"/>
                  </a:lnTo>
                  <a:lnTo>
                    <a:pt x="15928" y="3437"/>
                  </a:lnTo>
                  <a:cubicBezTo>
                    <a:pt x="15928" y="2808"/>
                    <a:pt x="16435" y="2304"/>
                    <a:pt x="17060" y="2304"/>
                  </a:cubicBezTo>
                  <a:close/>
                  <a:moveTo>
                    <a:pt x="14795" y="1133"/>
                  </a:moveTo>
                  <a:lnTo>
                    <a:pt x="14795" y="7398"/>
                  </a:lnTo>
                  <a:cubicBezTo>
                    <a:pt x="14795" y="8763"/>
                    <a:pt x="14095" y="9641"/>
                    <a:pt x="12120" y="10759"/>
                  </a:cubicBezTo>
                  <a:cubicBezTo>
                    <a:pt x="11069" y="11354"/>
                    <a:pt x="10372" y="12422"/>
                    <a:pt x="10248" y="13627"/>
                  </a:cubicBezTo>
                  <a:lnTo>
                    <a:pt x="9058" y="13627"/>
                  </a:lnTo>
                  <a:cubicBezTo>
                    <a:pt x="8877" y="12368"/>
                    <a:pt x="8041" y="11269"/>
                    <a:pt x="6791" y="10686"/>
                  </a:cubicBezTo>
                  <a:cubicBezTo>
                    <a:pt x="5332" y="10007"/>
                    <a:pt x="4529" y="8835"/>
                    <a:pt x="4529" y="7398"/>
                  </a:cubicBezTo>
                  <a:lnTo>
                    <a:pt x="4529" y="1133"/>
                  </a:lnTo>
                  <a:lnTo>
                    <a:pt x="14795" y="1133"/>
                  </a:lnTo>
                  <a:close/>
                  <a:moveTo>
                    <a:pt x="11927" y="14759"/>
                  </a:moveTo>
                  <a:cubicBezTo>
                    <a:pt x="12241" y="14759"/>
                    <a:pt x="12495" y="15010"/>
                    <a:pt x="12495" y="15324"/>
                  </a:cubicBezTo>
                  <a:lnTo>
                    <a:pt x="12495" y="15892"/>
                  </a:lnTo>
                  <a:lnTo>
                    <a:pt x="10795" y="15892"/>
                  </a:lnTo>
                  <a:cubicBezTo>
                    <a:pt x="10481" y="15892"/>
                    <a:pt x="10230" y="16142"/>
                    <a:pt x="10230" y="16456"/>
                  </a:cubicBezTo>
                  <a:cubicBezTo>
                    <a:pt x="10230" y="16770"/>
                    <a:pt x="10481" y="17024"/>
                    <a:pt x="10795" y="17024"/>
                  </a:cubicBezTo>
                  <a:lnTo>
                    <a:pt x="13059" y="17024"/>
                  </a:lnTo>
                  <a:cubicBezTo>
                    <a:pt x="13373" y="17024"/>
                    <a:pt x="13627" y="17275"/>
                    <a:pt x="13627" y="17589"/>
                  </a:cubicBezTo>
                  <a:lnTo>
                    <a:pt x="13627" y="18193"/>
                  </a:lnTo>
                  <a:lnTo>
                    <a:pt x="5701" y="18193"/>
                  </a:lnTo>
                  <a:lnTo>
                    <a:pt x="5701" y="17589"/>
                  </a:lnTo>
                  <a:cubicBezTo>
                    <a:pt x="5701" y="17275"/>
                    <a:pt x="5951" y="17024"/>
                    <a:pt x="6265" y="17024"/>
                  </a:cubicBezTo>
                  <a:lnTo>
                    <a:pt x="8530" y="17024"/>
                  </a:lnTo>
                  <a:cubicBezTo>
                    <a:pt x="8844" y="17024"/>
                    <a:pt x="9095" y="16770"/>
                    <a:pt x="9095" y="16456"/>
                  </a:cubicBezTo>
                  <a:cubicBezTo>
                    <a:pt x="9095" y="16142"/>
                    <a:pt x="8844" y="15892"/>
                    <a:pt x="8530" y="15892"/>
                  </a:cubicBezTo>
                  <a:lnTo>
                    <a:pt x="6833" y="15892"/>
                  </a:lnTo>
                  <a:lnTo>
                    <a:pt x="6833" y="15324"/>
                  </a:lnTo>
                  <a:cubicBezTo>
                    <a:pt x="6833" y="15010"/>
                    <a:pt x="7084" y="14759"/>
                    <a:pt x="7398" y="14759"/>
                  </a:cubicBezTo>
                  <a:lnTo>
                    <a:pt x="11927" y="14759"/>
                  </a:lnTo>
                  <a:close/>
                  <a:moveTo>
                    <a:pt x="3965" y="0"/>
                  </a:moveTo>
                  <a:cubicBezTo>
                    <a:pt x="3651" y="0"/>
                    <a:pt x="3397" y="254"/>
                    <a:pt x="3397" y="568"/>
                  </a:cubicBezTo>
                  <a:lnTo>
                    <a:pt x="3397" y="1474"/>
                  </a:lnTo>
                  <a:cubicBezTo>
                    <a:pt x="3032" y="1264"/>
                    <a:pt x="2645" y="1168"/>
                    <a:pt x="2269" y="1168"/>
                  </a:cubicBezTo>
                  <a:cubicBezTo>
                    <a:pt x="1086" y="1168"/>
                    <a:pt x="0" y="2113"/>
                    <a:pt x="0" y="3437"/>
                  </a:cubicBezTo>
                  <a:lnTo>
                    <a:pt x="0" y="5357"/>
                  </a:lnTo>
                  <a:cubicBezTo>
                    <a:pt x="0" y="6115"/>
                    <a:pt x="378" y="6821"/>
                    <a:pt x="1009" y="7241"/>
                  </a:cubicBezTo>
                  <a:lnTo>
                    <a:pt x="3651" y="9001"/>
                  </a:lnTo>
                  <a:cubicBezTo>
                    <a:pt x="3663" y="9010"/>
                    <a:pt x="3678" y="9019"/>
                    <a:pt x="3690" y="9026"/>
                  </a:cubicBezTo>
                  <a:cubicBezTo>
                    <a:pt x="4125" y="10170"/>
                    <a:pt x="5027" y="11112"/>
                    <a:pt x="6314" y="11710"/>
                  </a:cubicBezTo>
                  <a:cubicBezTo>
                    <a:pt x="7156" y="12105"/>
                    <a:pt x="7736" y="12812"/>
                    <a:pt x="7911" y="13627"/>
                  </a:cubicBezTo>
                  <a:lnTo>
                    <a:pt x="7398" y="13627"/>
                  </a:lnTo>
                  <a:cubicBezTo>
                    <a:pt x="6459" y="13627"/>
                    <a:pt x="5701" y="14385"/>
                    <a:pt x="5701" y="15324"/>
                  </a:cubicBezTo>
                  <a:lnTo>
                    <a:pt x="5701" y="15988"/>
                  </a:lnTo>
                  <a:cubicBezTo>
                    <a:pt x="5021" y="16227"/>
                    <a:pt x="4569" y="16870"/>
                    <a:pt x="4569" y="17589"/>
                  </a:cubicBezTo>
                  <a:lnTo>
                    <a:pt x="4569" y="18760"/>
                  </a:lnTo>
                  <a:cubicBezTo>
                    <a:pt x="4569" y="19071"/>
                    <a:pt x="4819" y="19325"/>
                    <a:pt x="5133" y="19325"/>
                  </a:cubicBezTo>
                  <a:lnTo>
                    <a:pt x="14191" y="19325"/>
                  </a:lnTo>
                  <a:cubicBezTo>
                    <a:pt x="14506" y="19325"/>
                    <a:pt x="14759" y="19071"/>
                    <a:pt x="14759" y="18760"/>
                  </a:cubicBezTo>
                  <a:lnTo>
                    <a:pt x="14759" y="17589"/>
                  </a:lnTo>
                  <a:cubicBezTo>
                    <a:pt x="14756" y="16870"/>
                    <a:pt x="14303" y="16227"/>
                    <a:pt x="13627" y="15988"/>
                  </a:cubicBezTo>
                  <a:lnTo>
                    <a:pt x="13627" y="15324"/>
                  </a:lnTo>
                  <a:cubicBezTo>
                    <a:pt x="13624" y="14385"/>
                    <a:pt x="12866" y="13627"/>
                    <a:pt x="11927" y="13627"/>
                  </a:cubicBezTo>
                  <a:lnTo>
                    <a:pt x="11389" y="13627"/>
                  </a:lnTo>
                  <a:cubicBezTo>
                    <a:pt x="11507" y="12833"/>
                    <a:pt x="11981" y="12139"/>
                    <a:pt x="12679" y="11743"/>
                  </a:cubicBezTo>
                  <a:cubicBezTo>
                    <a:pt x="14044" y="10973"/>
                    <a:pt x="15088" y="10170"/>
                    <a:pt x="15593" y="9047"/>
                  </a:cubicBezTo>
                  <a:cubicBezTo>
                    <a:pt x="15623" y="9035"/>
                    <a:pt x="15650" y="9019"/>
                    <a:pt x="15677" y="9001"/>
                  </a:cubicBezTo>
                  <a:lnTo>
                    <a:pt x="18319" y="7241"/>
                  </a:lnTo>
                  <a:cubicBezTo>
                    <a:pt x="18947" y="6821"/>
                    <a:pt x="19328" y="6115"/>
                    <a:pt x="19328" y="5357"/>
                  </a:cubicBezTo>
                  <a:lnTo>
                    <a:pt x="19328" y="3437"/>
                  </a:lnTo>
                  <a:cubicBezTo>
                    <a:pt x="19325" y="2113"/>
                    <a:pt x="18239" y="1168"/>
                    <a:pt x="17057" y="1168"/>
                  </a:cubicBezTo>
                  <a:cubicBezTo>
                    <a:pt x="16681" y="1168"/>
                    <a:pt x="16295" y="1264"/>
                    <a:pt x="15931" y="1474"/>
                  </a:cubicBezTo>
                  <a:lnTo>
                    <a:pt x="15931" y="568"/>
                  </a:lnTo>
                  <a:cubicBezTo>
                    <a:pt x="15931" y="254"/>
                    <a:pt x="15677" y="0"/>
                    <a:pt x="15363" y="0"/>
                  </a:cubicBezTo>
                  <a:lnTo>
                    <a:pt x="3965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anose="020B0604020202020204" pitchFamily="2" charset="0"/>
              </a:endParaRPr>
            </a:p>
          </p:txBody>
        </p:sp>
      </p:grpSp>
      <p:grpSp>
        <p:nvGrpSpPr>
          <p:cNvPr id="17" name="Google Shape;8631;p67"/>
          <p:cNvGrpSpPr/>
          <p:nvPr/>
        </p:nvGrpSpPr>
        <p:grpSpPr>
          <a:xfrm>
            <a:off x="622064" y="3262371"/>
            <a:ext cx="367757" cy="340168"/>
            <a:chOff x="6239575" y="4416275"/>
            <a:chExt cx="489625" cy="449175"/>
          </a:xfrm>
          <a:solidFill>
            <a:schemeClr val="tx1"/>
          </a:solidFill>
        </p:grpSpPr>
        <p:sp>
          <p:nvSpPr>
            <p:cNvPr id="18" name="Google Shape;8632;p67"/>
            <p:cNvSpPr/>
            <p:nvPr/>
          </p:nvSpPr>
          <p:spPr>
            <a:xfrm>
              <a:off x="6239575" y="4416275"/>
              <a:ext cx="489625" cy="449175"/>
            </a:xfrm>
            <a:custGeom>
              <a:avLst/>
              <a:gdLst/>
              <a:ahLst/>
              <a:cxnLst/>
              <a:rect l="l" t="t" r="r" b="b"/>
              <a:pathLst>
                <a:path w="19585" h="17967">
                  <a:moveTo>
                    <a:pt x="9792" y="1132"/>
                  </a:moveTo>
                  <a:cubicBezTo>
                    <a:pt x="10374" y="1132"/>
                    <a:pt x="10955" y="1424"/>
                    <a:pt x="11278" y="2009"/>
                  </a:cubicBezTo>
                  <a:lnTo>
                    <a:pt x="18111" y="14313"/>
                  </a:lnTo>
                  <a:cubicBezTo>
                    <a:pt x="18404" y="14838"/>
                    <a:pt x="18395" y="15481"/>
                    <a:pt x="18087" y="15998"/>
                  </a:cubicBezTo>
                  <a:cubicBezTo>
                    <a:pt x="17786" y="16518"/>
                    <a:pt x="17232" y="16834"/>
                    <a:pt x="16634" y="16834"/>
                  </a:cubicBezTo>
                  <a:cubicBezTo>
                    <a:pt x="16631" y="16834"/>
                    <a:pt x="16628" y="16834"/>
                    <a:pt x="16625" y="16834"/>
                  </a:cubicBezTo>
                  <a:lnTo>
                    <a:pt x="2962" y="16834"/>
                  </a:lnTo>
                  <a:cubicBezTo>
                    <a:pt x="1667" y="16834"/>
                    <a:pt x="849" y="15445"/>
                    <a:pt x="1474" y="14313"/>
                  </a:cubicBezTo>
                  <a:lnTo>
                    <a:pt x="8307" y="2009"/>
                  </a:lnTo>
                  <a:cubicBezTo>
                    <a:pt x="8630" y="1424"/>
                    <a:pt x="9211" y="1132"/>
                    <a:pt x="9792" y="1132"/>
                  </a:cubicBezTo>
                  <a:close/>
                  <a:moveTo>
                    <a:pt x="9792" y="1"/>
                  </a:moveTo>
                  <a:cubicBezTo>
                    <a:pt x="8763" y="1"/>
                    <a:pt x="7815" y="559"/>
                    <a:pt x="7317" y="1462"/>
                  </a:cubicBezTo>
                  <a:lnTo>
                    <a:pt x="483" y="13766"/>
                  </a:lnTo>
                  <a:cubicBezTo>
                    <a:pt x="0" y="14642"/>
                    <a:pt x="15" y="15711"/>
                    <a:pt x="523" y="16574"/>
                  </a:cubicBezTo>
                  <a:cubicBezTo>
                    <a:pt x="1033" y="17435"/>
                    <a:pt x="1960" y="17966"/>
                    <a:pt x="2962" y="17966"/>
                  </a:cubicBezTo>
                  <a:lnTo>
                    <a:pt x="16625" y="17966"/>
                  </a:lnTo>
                  <a:cubicBezTo>
                    <a:pt x="17625" y="17966"/>
                    <a:pt x="18555" y="17435"/>
                    <a:pt x="19062" y="16574"/>
                  </a:cubicBezTo>
                  <a:cubicBezTo>
                    <a:pt x="19572" y="15711"/>
                    <a:pt x="19585" y="14642"/>
                    <a:pt x="19101" y="13766"/>
                  </a:cubicBezTo>
                  <a:lnTo>
                    <a:pt x="12271" y="1462"/>
                  </a:lnTo>
                  <a:cubicBezTo>
                    <a:pt x="11770" y="559"/>
                    <a:pt x="10822" y="1"/>
                    <a:pt x="97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anose="020B0604020202020204" pitchFamily="2" charset="0"/>
              </a:endParaRPr>
            </a:p>
          </p:txBody>
        </p:sp>
        <p:sp>
          <p:nvSpPr>
            <p:cNvPr id="19" name="Google Shape;8633;p67"/>
            <p:cNvSpPr/>
            <p:nvPr/>
          </p:nvSpPr>
          <p:spPr>
            <a:xfrm>
              <a:off x="6438550" y="4723875"/>
              <a:ext cx="88350" cy="84950"/>
            </a:xfrm>
            <a:custGeom>
              <a:avLst/>
              <a:gdLst/>
              <a:ahLst/>
              <a:cxnLst/>
              <a:rect l="l" t="t" r="r" b="b"/>
              <a:pathLst>
                <a:path w="3534" h="3398">
                  <a:moveTo>
                    <a:pt x="1830" y="1132"/>
                  </a:moveTo>
                  <a:cubicBezTo>
                    <a:pt x="2122" y="1132"/>
                    <a:pt x="2401" y="1358"/>
                    <a:pt x="2401" y="1701"/>
                  </a:cubicBezTo>
                  <a:cubicBezTo>
                    <a:pt x="2401" y="2012"/>
                    <a:pt x="2147" y="2266"/>
                    <a:pt x="1833" y="2266"/>
                  </a:cubicBezTo>
                  <a:cubicBezTo>
                    <a:pt x="1329" y="2266"/>
                    <a:pt x="1076" y="1656"/>
                    <a:pt x="1432" y="1299"/>
                  </a:cubicBezTo>
                  <a:cubicBezTo>
                    <a:pt x="1548" y="1184"/>
                    <a:pt x="1691" y="1132"/>
                    <a:pt x="1830" y="1132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1" y="1683"/>
                    <a:pt x="146" y="2414"/>
                    <a:pt x="632" y="2900"/>
                  </a:cubicBezTo>
                  <a:cubicBezTo>
                    <a:pt x="957" y="3225"/>
                    <a:pt x="1391" y="3397"/>
                    <a:pt x="1833" y="3397"/>
                  </a:cubicBezTo>
                  <a:cubicBezTo>
                    <a:pt x="2052" y="3397"/>
                    <a:pt x="2273" y="3355"/>
                    <a:pt x="2483" y="3268"/>
                  </a:cubicBezTo>
                  <a:cubicBezTo>
                    <a:pt x="3117" y="3005"/>
                    <a:pt x="3533" y="2386"/>
                    <a:pt x="3533" y="1701"/>
                  </a:cubicBezTo>
                  <a:cubicBezTo>
                    <a:pt x="3530" y="762"/>
                    <a:pt x="2772" y="1"/>
                    <a:pt x="18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anose="020B0604020202020204" pitchFamily="2" charset="0"/>
              </a:endParaRPr>
            </a:p>
          </p:txBody>
        </p:sp>
        <p:sp>
          <p:nvSpPr>
            <p:cNvPr id="20" name="Google Shape;8634;p67"/>
            <p:cNvSpPr/>
            <p:nvPr/>
          </p:nvSpPr>
          <p:spPr>
            <a:xfrm>
              <a:off x="6441950" y="4497425"/>
              <a:ext cx="84950" cy="198250"/>
            </a:xfrm>
            <a:custGeom>
              <a:avLst/>
              <a:gdLst/>
              <a:ahLst/>
              <a:cxnLst/>
              <a:rect l="l" t="t" r="r" b="b"/>
              <a:pathLst>
                <a:path w="3398" h="7930">
                  <a:moveTo>
                    <a:pt x="1697" y="1133"/>
                  </a:moveTo>
                  <a:cubicBezTo>
                    <a:pt x="2011" y="1133"/>
                    <a:pt x="2265" y="1387"/>
                    <a:pt x="2265" y="1701"/>
                  </a:cubicBezTo>
                  <a:lnTo>
                    <a:pt x="2265" y="6230"/>
                  </a:lnTo>
                  <a:cubicBezTo>
                    <a:pt x="2265" y="6544"/>
                    <a:pt x="2011" y="6797"/>
                    <a:pt x="1697" y="6797"/>
                  </a:cubicBezTo>
                  <a:cubicBezTo>
                    <a:pt x="1383" y="6797"/>
                    <a:pt x="1133" y="6544"/>
                    <a:pt x="1133" y="6230"/>
                  </a:cubicBezTo>
                  <a:lnTo>
                    <a:pt x="1133" y="1701"/>
                  </a:lnTo>
                  <a:cubicBezTo>
                    <a:pt x="1133" y="1387"/>
                    <a:pt x="1383" y="1133"/>
                    <a:pt x="1697" y="1133"/>
                  </a:cubicBezTo>
                  <a:close/>
                  <a:moveTo>
                    <a:pt x="1697" y="1"/>
                  </a:moveTo>
                  <a:cubicBezTo>
                    <a:pt x="758" y="1"/>
                    <a:pt x="1" y="762"/>
                    <a:pt x="1" y="1701"/>
                  </a:cubicBezTo>
                  <a:lnTo>
                    <a:pt x="1" y="6233"/>
                  </a:lnTo>
                  <a:cubicBezTo>
                    <a:pt x="1" y="7169"/>
                    <a:pt x="758" y="7930"/>
                    <a:pt x="1697" y="7930"/>
                  </a:cubicBezTo>
                  <a:cubicBezTo>
                    <a:pt x="2636" y="7930"/>
                    <a:pt x="3397" y="7169"/>
                    <a:pt x="3397" y="6233"/>
                  </a:cubicBezTo>
                  <a:lnTo>
                    <a:pt x="3397" y="1701"/>
                  </a:lnTo>
                  <a:cubicBezTo>
                    <a:pt x="3397" y="762"/>
                    <a:pt x="2636" y="1"/>
                    <a:pt x="16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  <a:latin typeface="DM Sans" panose="020B0604020202020204" pitchFamily="2" charset="0"/>
              </a:endParaRPr>
            </a:p>
          </p:txBody>
        </p:sp>
      </p:grpSp>
      <p:grpSp>
        <p:nvGrpSpPr>
          <p:cNvPr id="34" name="Google Shape;9389;p70"/>
          <p:cNvGrpSpPr/>
          <p:nvPr/>
        </p:nvGrpSpPr>
        <p:grpSpPr>
          <a:xfrm>
            <a:off x="646087" y="1611437"/>
            <a:ext cx="340222" cy="340168"/>
            <a:chOff x="-31889075" y="2658950"/>
            <a:chExt cx="302475" cy="290775"/>
          </a:xfrm>
          <a:solidFill>
            <a:schemeClr val="tx1"/>
          </a:solidFill>
        </p:grpSpPr>
        <p:sp>
          <p:nvSpPr>
            <p:cNvPr id="35" name="Google Shape;9390;p70"/>
            <p:cNvSpPr/>
            <p:nvPr/>
          </p:nvSpPr>
          <p:spPr>
            <a:xfrm>
              <a:off x="-31889075" y="2658950"/>
              <a:ext cx="302475" cy="290775"/>
            </a:xfrm>
            <a:custGeom>
              <a:avLst/>
              <a:gdLst/>
              <a:ahLst/>
              <a:cxnLst/>
              <a:rect l="l" t="t" r="r" b="b"/>
              <a:pathLst>
                <a:path w="12099" h="11631">
                  <a:moveTo>
                    <a:pt x="10555" y="712"/>
                  </a:moveTo>
                  <a:lnTo>
                    <a:pt x="11153" y="1310"/>
                  </a:lnTo>
                  <a:lnTo>
                    <a:pt x="10051" y="3138"/>
                  </a:lnTo>
                  <a:lnTo>
                    <a:pt x="8728" y="1814"/>
                  </a:lnTo>
                  <a:lnTo>
                    <a:pt x="10555" y="712"/>
                  </a:lnTo>
                  <a:close/>
                  <a:moveTo>
                    <a:pt x="8665" y="2696"/>
                  </a:moveTo>
                  <a:lnTo>
                    <a:pt x="9137" y="3169"/>
                  </a:lnTo>
                  <a:lnTo>
                    <a:pt x="7278" y="4996"/>
                  </a:lnTo>
                  <a:lnTo>
                    <a:pt x="6806" y="4524"/>
                  </a:lnTo>
                  <a:lnTo>
                    <a:pt x="8665" y="2696"/>
                  </a:lnTo>
                  <a:close/>
                  <a:moveTo>
                    <a:pt x="3022" y="640"/>
                  </a:moveTo>
                  <a:cubicBezTo>
                    <a:pt x="3549" y="640"/>
                    <a:pt x="4066" y="847"/>
                    <a:pt x="4443" y="1247"/>
                  </a:cubicBezTo>
                  <a:cubicBezTo>
                    <a:pt x="5010" y="1783"/>
                    <a:pt x="5199" y="2602"/>
                    <a:pt x="4915" y="3358"/>
                  </a:cubicBezTo>
                  <a:cubicBezTo>
                    <a:pt x="4884" y="3484"/>
                    <a:pt x="4915" y="3642"/>
                    <a:pt x="5010" y="3705"/>
                  </a:cubicBezTo>
                  <a:lnTo>
                    <a:pt x="8160" y="6855"/>
                  </a:lnTo>
                  <a:cubicBezTo>
                    <a:pt x="8208" y="6926"/>
                    <a:pt x="8308" y="6961"/>
                    <a:pt x="8409" y="6961"/>
                  </a:cubicBezTo>
                  <a:cubicBezTo>
                    <a:pt x="8442" y="6961"/>
                    <a:pt x="8476" y="6957"/>
                    <a:pt x="8507" y="6950"/>
                  </a:cubicBezTo>
                  <a:cubicBezTo>
                    <a:pt x="8741" y="6862"/>
                    <a:pt x="8981" y="6819"/>
                    <a:pt x="9217" y="6819"/>
                  </a:cubicBezTo>
                  <a:cubicBezTo>
                    <a:pt x="9743" y="6819"/>
                    <a:pt x="10248" y="7031"/>
                    <a:pt x="10618" y="7422"/>
                  </a:cubicBezTo>
                  <a:cubicBezTo>
                    <a:pt x="11153" y="7926"/>
                    <a:pt x="11342" y="8682"/>
                    <a:pt x="11153" y="9375"/>
                  </a:cubicBezTo>
                  <a:lnTo>
                    <a:pt x="10240" y="8493"/>
                  </a:lnTo>
                  <a:cubicBezTo>
                    <a:pt x="10035" y="8289"/>
                    <a:pt x="9767" y="8186"/>
                    <a:pt x="9503" y="8186"/>
                  </a:cubicBezTo>
                  <a:cubicBezTo>
                    <a:pt x="9240" y="8186"/>
                    <a:pt x="8980" y="8289"/>
                    <a:pt x="8791" y="8493"/>
                  </a:cubicBezTo>
                  <a:cubicBezTo>
                    <a:pt x="8381" y="8871"/>
                    <a:pt x="8381" y="9533"/>
                    <a:pt x="8791" y="9943"/>
                  </a:cubicBezTo>
                  <a:lnTo>
                    <a:pt x="9673" y="10856"/>
                  </a:lnTo>
                  <a:cubicBezTo>
                    <a:pt x="9498" y="10904"/>
                    <a:pt x="9318" y="10928"/>
                    <a:pt x="9140" y="10928"/>
                  </a:cubicBezTo>
                  <a:cubicBezTo>
                    <a:pt x="8614" y="10928"/>
                    <a:pt x="8096" y="10721"/>
                    <a:pt x="7719" y="10321"/>
                  </a:cubicBezTo>
                  <a:cubicBezTo>
                    <a:pt x="7152" y="9785"/>
                    <a:pt x="6963" y="8966"/>
                    <a:pt x="7247" y="8210"/>
                  </a:cubicBezTo>
                  <a:cubicBezTo>
                    <a:pt x="7278" y="8084"/>
                    <a:pt x="7247" y="7926"/>
                    <a:pt x="7152" y="7863"/>
                  </a:cubicBezTo>
                  <a:lnTo>
                    <a:pt x="4002" y="4713"/>
                  </a:lnTo>
                  <a:cubicBezTo>
                    <a:pt x="3960" y="4629"/>
                    <a:pt x="3876" y="4587"/>
                    <a:pt x="3787" y="4587"/>
                  </a:cubicBezTo>
                  <a:cubicBezTo>
                    <a:pt x="3743" y="4587"/>
                    <a:pt x="3697" y="4597"/>
                    <a:pt x="3655" y="4618"/>
                  </a:cubicBezTo>
                  <a:cubicBezTo>
                    <a:pt x="3421" y="4706"/>
                    <a:pt x="3181" y="4749"/>
                    <a:pt x="2945" y="4749"/>
                  </a:cubicBezTo>
                  <a:cubicBezTo>
                    <a:pt x="2419" y="4749"/>
                    <a:pt x="1914" y="4537"/>
                    <a:pt x="1544" y="4146"/>
                  </a:cubicBezTo>
                  <a:cubicBezTo>
                    <a:pt x="1009" y="3642"/>
                    <a:pt x="820" y="2885"/>
                    <a:pt x="1009" y="2192"/>
                  </a:cubicBezTo>
                  <a:lnTo>
                    <a:pt x="1009" y="2192"/>
                  </a:lnTo>
                  <a:lnTo>
                    <a:pt x="1922" y="3075"/>
                  </a:lnTo>
                  <a:cubicBezTo>
                    <a:pt x="2127" y="3279"/>
                    <a:pt x="2395" y="3382"/>
                    <a:pt x="2659" y="3382"/>
                  </a:cubicBezTo>
                  <a:cubicBezTo>
                    <a:pt x="2923" y="3382"/>
                    <a:pt x="3183" y="3279"/>
                    <a:pt x="3372" y="3075"/>
                  </a:cubicBezTo>
                  <a:cubicBezTo>
                    <a:pt x="3781" y="2696"/>
                    <a:pt x="3781" y="2035"/>
                    <a:pt x="3372" y="1625"/>
                  </a:cubicBezTo>
                  <a:lnTo>
                    <a:pt x="2490" y="712"/>
                  </a:lnTo>
                  <a:cubicBezTo>
                    <a:pt x="2665" y="664"/>
                    <a:pt x="2844" y="640"/>
                    <a:pt x="3022" y="640"/>
                  </a:cubicBezTo>
                  <a:close/>
                  <a:moveTo>
                    <a:pt x="4380" y="6036"/>
                  </a:moveTo>
                  <a:lnTo>
                    <a:pt x="5829" y="7485"/>
                  </a:lnTo>
                  <a:lnTo>
                    <a:pt x="2679" y="10636"/>
                  </a:lnTo>
                  <a:cubicBezTo>
                    <a:pt x="2474" y="10840"/>
                    <a:pt x="2206" y="10943"/>
                    <a:pt x="1942" y="10943"/>
                  </a:cubicBezTo>
                  <a:cubicBezTo>
                    <a:pt x="1678" y="10943"/>
                    <a:pt x="1418" y="10840"/>
                    <a:pt x="1229" y="10636"/>
                  </a:cubicBezTo>
                  <a:cubicBezTo>
                    <a:pt x="820" y="10226"/>
                    <a:pt x="820" y="9596"/>
                    <a:pt x="1229" y="9186"/>
                  </a:cubicBezTo>
                  <a:lnTo>
                    <a:pt x="4380" y="6036"/>
                  </a:lnTo>
                  <a:close/>
                  <a:moveTo>
                    <a:pt x="2915" y="1"/>
                  </a:moveTo>
                  <a:cubicBezTo>
                    <a:pt x="2465" y="1"/>
                    <a:pt x="2014" y="112"/>
                    <a:pt x="1607" y="334"/>
                  </a:cubicBezTo>
                  <a:cubicBezTo>
                    <a:pt x="1544" y="365"/>
                    <a:pt x="1450" y="491"/>
                    <a:pt x="1450" y="554"/>
                  </a:cubicBezTo>
                  <a:cubicBezTo>
                    <a:pt x="1450" y="680"/>
                    <a:pt x="1481" y="775"/>
                    <a:pt x="1544" y="838"/>
                  </a:cubicBezTo>
                  <a:lnTo>
                    <a:pt x="2836" y="2129"/>
                  </a:lnTo>
                  <a:cubicBezTo>
                    <a:pt x="2962" y="2255"/>
                    <a:pt x="2962" y="2507"/>
                    <a:pt x="2836" y="2602"/>
                  </a:cubicBezTo>
                  <a:cubicBezTo>
                    <a:pt x="2773" y="2665"/>
                    <a:pt x="2686" y="2696"/>
                    <a:pt x="2600" y="2696"/>
                  </a:cubicBezTo>
                  <a:cubicBezTo>
                    <a:pt x="2513" y="2696"/>
                    <a:pt x="2427" y="2665"/>
                    <a:pt x="2364" y="2602"/>
                  </a:cubicBezTo>
                  <a:lnTo>
                    <a:pt x="1072" y="1310"/>
                  </a:lnTo>
                  <a:cubicBezTo>
                    <a:pt x="1001" y="1239"/>
                    <a:pt x="912" y="1204"/>
                    <a:pt x="846" y="1204"/>
                  </a:cubicBezTo>
                  <a:cubicBezTo>
                    <a:pt x="824" y="1204"/>
                    <a:pt x="804" y="1208"/>
                    <a:pt x="788" y="1216"/>
                  </a:cubicBezTo>
                  <a:cubicBezTo>
                    <a:pt x="662" y="1216"/>
                    <a:pt x="599" y="1310"/>
                    <a:pt x="536" y="1373"/>
                  </a:cubicBezTo>
                  <a:cubicBezTo>
                    <a:pt x="1" y="2413"/>
                    <a:pt x="127" y="3736"/>
                    <a:pt x="1009" y="4618"/>
                  </a:cubicBezTo>
                  <a:cubicBezTo>
                    <a:pt x="1549" y="5135"/>
                    <a:pt x="2230" y="5407"/>
                    <a:pt x="2934" y="5407"/>
                  </a:cubicBezTo>
                  <a:cubicBezTo>
                    <a:pt x="3173" y="5407"/>
                    <a:pt x="3415" y="5375"/>
                    <a:pt x="3655" y="5311"/>
                  </a:cubicBezTo>
                  <a:lnTo>
                    <a:pt x="3907" y="5563"/>
                  </a:lnTo>
                  <a:lnTo>
                    <a:pt x="757" y="8714"/>
                  </a:lnTo>
                  <a:cubicBezTo>
                    <a:pt x="64" y="9344"/>
                    <a:pt x="64" y="10447"/>
                    <a:pt x="757" y="11108"/>
                  </a:cubicBezTo>
                  <a:cubicBezTo>
                    <a:pt x="1088" y="11455"/>
                    <a:pt x="1521" y="11628"/>
                    <a:pt x="1954" y="11628"/>
                  </a:cubicBezTo>
                  <a:cubicBezTo>
                    <a:pt x="2387" y="11628"/>
                    <a:pt x="2820" y="11455"/>
                    <a:pt x="3151" y="11108"/>
                  </a:cubicBezTo>
                  <a:lnTo>
                    <a:pt x="6302" y="7958"/>
                  </a:lnTo>
                  <a:lnTo>
                    <a:pt x="6522" y="8210"/>
                  </a:lnTo>
                  <a:cubicBezTo>
                    <a:pt x="6302" y="9155"/>
                    <a:pt x="6522" y="10132"/>
                    <a:pt x="7247" y="10825"/>
                  </a:cubicBezTo>
                  <a:cubicBezTo>
                    <a:pt x="7765" y="11362"/>
                    <a:pt x="8469" y="11630"/>
                    <a:pt x="9169" y="11630"/>
                  </a:cubicBezTo>
                  <a:cubicBezTo>
                    <a:pt x="9618" y="11630"/>
                    <a:pt x="10066" y="11519"/>
                    <a:pt x="10460" y="11297"/>
                  </a:cubicBezTo>
                  <a:cubicBezTo>
                    <a:pt x="10555" y="11266"/>
                    <a:pt x="10618" y="11140"/>
                    <a:pt x="10618" y="11077"/>
                  </a:cubicBezTo>
                  <a:cubicBezTo>
                    <a:pt x="10618" y="11014"/>
                    <a:pt x="10586" y="10888"/>
                    <a:pt x="10555" y="10793"/>
                  </a:cubicBezTo>
                  <a:lnTo>
                    <a:pt x="9263" y="9501"/>
                  </a:lnTo>
                  <a:cubicBezTo>
                    <a:pt x="9137" y="9375"/>
                    <a:pt x="9137" y="9155"/>
                    <a:pt x="9263" y="9029"/>
                  </a:cubicBezTo>
                  <a:cubicBezTo>
                    <a:pt x="9310" y="8966"/>
                    <a:pt x="9397" y="8934"/>
                    <a:pt x="9488" y="8934"/>
                  </a:cubicBezTo>
                  <a:cubicBezTo>
                    <a:pt x="9578" y="8934"/>
                    <a:pt x="9673" y="8966"/>
                    <a:pt x="9736" y="9029"/>
                  </a:cubicBezTo>
                  <a:lnTo>
                    <a:pt x="11027" y="10321"/>
                  </a:lnTo>
                  <a:cubicBezTo>
                    <a:pt x="11075" y="10392"/>
                    <a:pt x="11157" y="10427"/>
                    <a:pt x="11236" y="10427"/>
                  </a:cubicBezTo>
                  <a:cubicBezTo>
                    <a:pt x="11262" y="10427"/>
                    <a:pt x="11287" y="10423"/>
                    <a:pt x="11311" y="10415"/>
                  </a:cubicBezTo>
                  <a:cubicBezTo>
                    <a:pt x="11405" y="10415"/>
                    <a:pt x="11500" y="10321"/>
                    <a:pt x="11532" y="10258"/>
                  </a:cubicBezTo>
                  <a:cubicBezTo>
                    <a:pt x="12099" y="9218"/>
                    <a:pt x="11973" y="7895"/>
                    <a:pt x="11059" y="7013"/>
                  </a:cubicBezTo>
                  <a:cubicBezTo>
                    <a:pt x="10542" y="6496"/>
                    <a:pt x="9850" y="6224"/>
                    <a:pt x="9139" y="6224"/>
                  </a:cubicBezTo>
                  <a:cubicBezTo>
                    <a:pt x="8897" y="6224"/>
                    <a:pt x="8653" y="6255"/>
                    <a:pt x="8413" y="6320"/>
                  </a:cubicBezTo>
                  <a:lnTo>
                    <a:pt x="7719" y="5595"/>
                  </a:lnTo>
                  <a:lnTo>
                    <a:pt x="9578" y="3736"/>
                  </a:lnTo>
                  <a:lnTo>
                    <a:pt x="9799" y="3988"/>
                  </a:lnTo>
                  <a:cubicBezTo>
                    <a:pt x="9867" y="4056"/>
                    <a:pt x="9958" y="4089"/>
                    <a:pt x="10051" y="4089"/>
                  </a:cubicBezTo>
                  <a:cubicBezTo>
                    <a:pt x="10172" y="4089"/>
                    <a:pt x="10294" y="4032"/>
                    <a:pt x="10366" y="3925"/>
                  </a:cubicBezTo>
                  <a:lnTo>
                    <a:pt x="11815" y="1499"/>
                  </a:lnTo>
                  <a:cubicBezTo>
                    <a:pt x="11878" y="1373"/>
                    <a:pt x="11878" y="1184"/>
                    <a:pt x="11784" y="1090"/>
                  </a:cubicBezTo>
                  <a:lnTo>
                    <a:pt x="10775" y="82"/>
                  </a:lnTo>
                  <a:cubicBezTo>
                    <a:pt x="10723" y="30"/>
                    <a:pt x="10652" y="6"/>
                    <a:pt x="10573" y="6"/>
                  </a:cubicBezTo>
                  <a:cubicBezTo>
                    <a:pt x="10507" y="6"/>
                    <a:pt x="10437" y="22"/>
                    <a:pt x="10366" y="50"/>
                  </a:cubicBezTo>
                  <a:lnTo>
                    <a:pt x="7940" y="1499"/>
                  </a:lnTo>
                  <a:cubicBezTo>
                    <a:pt x="7751" y="1625"/>
                    <a:pt x="7719" y="1909"/>
                    <a:pt x="7877" y="2066"/>
                  </a:cubicBezTo>
                  <a:lnTo>
                    <a:pt x="8097" y="2287"/>
                  </a:lnTo>
                  <a:lnTo>
                    <a:pt x="6270" y="4146"/>
                  </a:lnTo>
                  <a:lnTo>
                    <a:pt x="5546" y="3421"/>
                  </a:lnTo>
                  <a:cubicBezTo>
                    <a:pt x="5798" y="2476"/>
                    <a:pt x="5546" y="1499"/>
                    <a:pt x="4852" y="806"/>
                  </a:cubicBezTo>
                  <a:cubicBezTo>
                    <a:pt x="4315" y="269"/>
                    <a:pt x="3615" y="1"/>
                    <a:pt x="29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391;p70"/>
            <p:cNvSpPr/>
            <p:nvPr/>
          </p:nvSpPr>
          <p:spPr>
            <a:xfrm>
              <a:off x="-31838650" y="2838200"/>
              <a:ext cx="70100" cy="68550"/>
            </a:xfrm>
            <a:custGeom>
              <a:avLst/>
              <a:gdLst/>
              <a:ahLst/>
              <a:cxnLst/>
              <a:rect l="l" t="t" r="r" b="b"/>
              <a:pathLst>
                <a:path w="2804" h="2742">
                  <a:moveTo>
                    <a:pt x="2430" y="0"/>
                  </a:moveTo>
                  <a:cubicBezTo>
                    <a:pt x="2339" y="0"/>
                    <a:pt x="2253" y="32"/>
                    <a:pt x="2205" y="95"/>
                  </a:cubicBezTo>
                  <a:lnTo>
                    <a:pt x="95" y="2174"/>
                  </a:lnTo>
                  <a:cubicBezTo>
                    <a:pt x="0" y="2300"/>
                    <a:pt x="0" y="2521"/>
                    <a:pt x="95" y="2647"/>
                  </a:cubicBezTo>
                  <a:cubicBezTo>
                    <a:pt x="158" y="2710"/>
                    <a:pt x="236" y="2741"/>
                    <a:pt x="319" y="2741"/>
                  </a:cubicBezTo>
                  <a:cubicBezTo>
                    <a:pt x="402" y="2741"/>
                    <a:pt x="488" y="2710"/>
                    <a:pt x="567" y="2647"/>
                  </a:cubicBezTo>
                  <a:lnTo>
                    <a:pt x="2678" y="567"/>
                  </a:lnTo>
                  <a:cubicBezTo>
                    <a:pt x="2804" y="441"/>
                    <a:pt x="2804" y="221"/>
                    <a:pt x="2678" y="95"/>
                  </a:cubicBezTo>
                  <a:cubicBezTo>
                    <a:pt x="2615" y="32"/>
                    <a:pt x="2520" y="0"/>
                    <a:pt x="24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>
            <a:spLocks noGrp="1" noEditPoints="1"/>
          </p:cNvSpPr>
          <p:nvPr>
            <p:ph type="title"/>
          </p:nvPr>
        </p:nvSpPr>
        <p:spPr>
          <a:xfrm>
            <a:off x="2083724" y="1527636"/>
            <a:ext cx="5320685" cy="965729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</a:t>
            </a:r>
          </a:p>
        </p:txBody>
      </p:sp>
      <p:sp>
        <p:nvSpPr>
          <p:cNvPr id="331" name="Google Shape;331;p34"/>
          <p:cNvSpPr>
            <a:spLocks noGrp="1" noEditPoints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30" name="Google Shape;330;p34"/>
          <p:cNvSpPr>
            <a:spLocks noGrp="1" noEditPoints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/>
            <a:r>
              <a:rPr lang="en-US" b="1" dirty="0"/>
              <a:t>Background And Existing Work</a:t>
            </a:r>
          </a:p>
        </p:txBody>
      </p:sp>
      <p:grpSp>
        <p:nvGrpSpPr>
          <p:cNvPr id="332" name="Google Shape;332;p34"/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cxnSp>
        <p:nvCxnSpPr>
          <p:cNvPr id="336" name="Google Shape;336;p34"/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125" autoRev="1" fill="remove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  <p:bldP spid="33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>
            <a:spLocks noGrp="1" noEditPoints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dirty="0"/>
              <a:t>Sports Scheduling as an Optimization Problem</a:t>
            </a:r>
            <a:endParaRPr dirty="0"/>
          </a:p>
        </p:txBody>
      </p:sp>
      <p:sp>
        <p:nvSpPr>
          <p:cNvPr id="365" name="Google Shape;365;p36"/>
          <p:cNvSpPr>
            <a:spLocks noGrp="1" noEditPoints="1"/>
          </p:cNvSpPr>
          <p:nvPr>
            <p:ph type="subTitle" idx="1"/>
          </p:nvPr>
        </p:nvSpPr>
        <p:spPr>
          <a:xfrm>
            <a:off x="2911683" y="2878695"/>
            <a:ext cx="3447553" cy="1911514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596900" lvl="1" indent="0" algn="l">
              <a:lnSpc>
                <a:spcPct val="150000"/>
              </a:lnSpc>
            </a:pPr>
            <a:r>
              <a:rPr lang="en-US" dirty="0"/>
              <a:t>Standard football leagues follow a </a:t>
            </a:r>
            <a:r>
              <a:rPr lang="en-US" b="1" dirty="0"/>
              <a:t>Double Round Robin</a:t>
            </a:r>
            <a:endParaRPr lang="en-US" dirty="0"/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team plays every other team </a:t>
            </a:r>
            <a:r>
              <a:rPr lang="en-US" b="1" dirty="0"/>
              <a:t>twice</a:t>
            </a:r>
            <a:r>
              <a:rPr lang="en-US" dirty="0"/>
              <a:t> (home &amp; away)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i="1" dirty="0"/>
              <a:t>n</a:t>
            </a:r>
            <a:r>
              <a:rPr lang="en-US" dirty="0"/>
              <a:t> teams → </a:t>
            </a:r>
            <a:r>
              <a:rPr lang="en-US" b="1" dirty="0"/>
              <a:t>n(n−1)</a:t>
            </a:r>
            <a:r>
              <a:rPr lang="en-US" dirty="0"/>
              <a:t> total matches</a:t>
            </a:r>
          </a:p>
          <a:p>
            <a:pPr marL="596900" lvl="1" indent="0" algn="l"/>
            <a:endParaRPr lang="en-US" dirty="0"/>
          </a:p>
        </p:txBody>
      </p:sp>
      <p:sp>
        <p:nvSpPr>
          <p:cNvPr id="366" name="Google Shape;366;p36"/>
          <p:cNvSpPr>
            <a:spLocks noGrp="1" noEditPoints="1"/>
          </p:cNvSpPr>
          <p:nvPr>
            <p:ph type="subTitle" idx="2"/>
          </p:nvPr>
        </p:nvSpPr>
        <p:spPr>
          <a:xfrm>
            <a:off x="6434178" y="2889947"/>
            <a:ext cx="2784764" cy="1547831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b="1" dirty="0">
                <a:solidFill>
                  <a:schemeClr val="tx1"/>
                </a:solidFill>
              </a:rPr>
              <a:t>Egyptian Premier League has: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18 teams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306 matches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34 rounds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7" name="Google Shape;367;p36"/>
          <p:cNvSpPr>
            <a:spLocks noGrp="1" noEditPoints="1"/>
          </p:cNvSpPr>
          <p:nvPr>
            <p:ph type="subTitle" idx="3"/>
          </p:nvPr>
        </p:nvSpPr>
        <p:spPr>
          <a:xfrm>
            <a:off x="2519621" y="2537446"/>
            <a:ext cx="3041678" cy="4308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sz="2200" b="1" dirty="0"/>
              <a:t>NP-hard problem</a:t>
            </a:r>
            <a:endParaRPr sz="2200" dirty="0"/>
          </a:p>
        </p:txBody>
      </p:sp>
      <p:sp>
        <p:nvSpPr>
          <p:cNvPr id="368" name="Google Shape;368;p36"/>
          <p:cNvSpPr>
            <a:spLocks noGrp="1" noEditPoints="1"/>
          </p:cNvSpPr>
          <p:nvPr>
            <p:ph type="subTitle" idx="4"/>
          </p:nvPr>
        </p:nvSpPr>
        <p:spPr>
          <a:xfrm>
            <a:off x="3684051" y="2560498"/>
            <a:ext cx="3920127" cy="4308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b="1" dirty="0"/>
              <a:t>DRR</a:t>
            </a:r>
            <a:r>
              <a:rPr lang="en-US" dirty="0"/>
              <a:t> format</a:t>
            </a:r>
            <a:endParaRPr dirty="0"/>
          </a:p>
        </p:txBody>
      </p:sp>
      <p:sp>
        <p:nvSpPr>
          <p:cNvPr id="369" name="Google Shape;369;p36"/>
          <p:cNvSpPr>
            <a:spLocks noGrp="1" noEditPoints="1"/>
          </p:cNvSpPr>
          <p:nvPr>
            <p:ph type="subTitle" idx="5"/>
          </p:nvPr>
        </p:nvSpPr>
        <p:spPr>
          <a:xfrm>
            <a:off x="6667410" y="2571750"/>
            <a:ext cx="2126672" cy="437722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b="1" dirty="0"/>
              <a:t>In the EPL:</a:t>
            </a:r>
            <a:endParaRPr b="1" dirty="0"/>
          </a:p>
        </p:txBody>
      </p:sp>
      <p:sp>
        <p:nvSpPr>
          <p:cNvPr id="4" name="TextBox 3"/>
          <p:cNvSpPr txBox="1"/>
          <p:nvPr/>
        </p:nvSpPr>
        <p:spPr>
          <a:xfrm>
            <a:off x="786907" y="1730896"/>
            <a:ext cx="7932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Sports scheduling is a subfield of Operations Research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Combinatorial Optimization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0338" y="2878695"/>
            <a:ext cx="3108771" cy="1355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Complexity grows exponentially with: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 number of teams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 number of constraints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3337931" y="2439535"/>
            <a:ext cx="0" cy="24261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434178" y="2439535"/>
            <a:ext cx="0" cy="24261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743 0 L -0.22743 0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022e-16 -0.25 L -1.11022e-16 4.44444e-06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3.7037e-07 L -2.77778e-06 3.7037e-07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50"/>
                            </p:stCondLst>
                            <p:childTnLst>
                              <p:par>
                                <p:cTn id="58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75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" grpId="0" build="p"/>
      <p:bldP spid="366" grpId="0" build="p"/>
      <p:bldP spid="367" grpId="0" build="p"/>
      <p:bldP spid="367" grpId="1" build="p"/>
      <p:bldP spid="368" grpId="1" build="p"/>
      <p:bldP spid="368" grpId="2" build="p"/>
      <p:bldP spid="369" grpId="0" build="p"/>
      <p:bldP spid="369" grpId="1" build="p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>
            <a:spLocks noGrp="1" noEditPoints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dirty="0"/>
              <a:t>Fairness &amp; Travel</a:t>
            </a:r>
          </a:p>
        </p:txBody>
      </p:sp>
      <p:sp>
        <p:nvSpPr>
          <p:cNvPr id="365" name="Google Shape;365;p36"/>
          <p:cNvSpPr>
            <a:spLocks noGrp="1" noEditPoints="1"/>
          </p:cNvSpPr>
          <p:nvPr>
            <p:ph type="subTitle" idx="1"/>
          </p:nvPr>
        </p:nvSpPr>
        <p:spPr>
          <a:xfrm>
            <a:off x="4651274" y="1665178"/>
            <a:ext cx="4437862" cy="1911514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596900" lvl="1" indent="0" algn="l">
              <a:lnSpc>
                <a:spcPct val="150000"/>
              </a:lnSpc>
            </a:pPr>
            <a:r>
              <a:rPr lang="en-US" b="1" dirty="0"/>
              <a:t>Traveling Tournament Problem (TTP) :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Introduced to </a:t>
            </a:r>
            <a:r>
              <a:rPr lang="en-US" b="1" dirty="0"/>
              <a:t>minimize total travel distance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Especially important in geographically spread leagues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Travel fatigue directly affects performance and recovery</a:t>
            </a:r>
            <a:endParaRPr lang="en-US" b="1" dirty="0"/>
          </a:p>
        </p:txBody>
      </p:sp>
      <p:sp>
        <p:nvSpPr>
          <p:cNvPr id="367" name="Google Shape;367;p36"/>
          <p:cNvSpPr>
            <a:spLocks noGrp="1" noEditPoints="1"/>
          </p:cNvSpPr>
          <p:nvPr>
            <p:ph type="subTitle" idx="2"/>
          </p:nvPr>
        </p:nvSpPr>
        <p:spPr>
          <a:xfrm>
            <a:off x="879480" y="1346981"/>
            <a:ext cx="3041678" cy="4308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sz="2000" b="1" dirty="0"/>
              <a:t>Patterns &amp; Breaks</a:t>
            </a:r>
            <a:endParaRPr sz="2000" b="1" dirty="0"/>
          </a:p>
        </p:txBody>
      </p:sp>
      <p:sp>
        <p:nvSpPr>
          <p:cNvPr id="368" name="Google Shape;368;p36"/>
          <p:cNvSpPr>
            <a:spLocks noGrp="1" noEditPoints="1"/>
          </p:cNvSpPr>
          <p:nvPr>
            <p:ph type="subTitle" idx="3"/>
          </p:nvPr>
        </p:nvSpPr>
        <p:spPr>
          <a:xfrm>
            <a:off x="5423642" y="1346981"/>
            <a:ext cx="3920127" cy="4308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sz="2000" b="1" dirty="0"/>
              <a:t>Travel &amp; TTP</a:t>
            </a:r>
            <a:endParaRPr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879480" y="1689232"/>
            <a:ext cx="3771794" cy="1999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anose="020B0604020202020204" pitchFamily="2" charset="0"/>
                <a:cs typeface="Diwani Simple Striped" panose="02010400000000000000" pitchFamily="2" charset="-78"/>
              </a:rPr>
              <a:t>Pattern</a:t>
            </a: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  <a:cs typeface="Diwani Simple Striped" panose="02010400000000000000" pitchFamily="2" charset="-78"/>
              </a:rPr>
              <a:t> is a sequence of Home (H) and Away (A) matches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DM Sans" panose="020B0604020202020204" pitchFamily="2" charset="0"/>
                <a:cs typeface="Diwani Simple Striped" panose="02010400000000000000" pitchFamily="2" charset="-78"/>
              </a:rPr>
              <a:t>Break</a:t>
            </a: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  <a:cs typeface="Diwani Simple Striped" panose="02010400000000000000" pitchFamily="2" charset="-78"/>
              </a:rPr>
              <a:t> = H–H or A–A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Away breaks = unfair &amp; exhausting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Perfect alternation (H–A–H–A) for all teams is </a:t>
            </a:r>
            <a:r>
              <a:rPr lang="en-US" b="1" dirty="0">
                <a:solidFill>
                  <a:schemeClr val="tx1"/>
                </a:solidFill>
                <a:latin typeface="DM Sans" panose="020B0604020202020204" pitchFamily="2" charset="0"/>
              </a:rPr>
              <a:t>mathematically impossible</a:t>
            </a: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 </a:t>
            </a:r>
            <a:endParaRPr lang="en-US" dirty="0">
              <a:solidFill>
                <a:schemeClr val="tx1"/>
              </a:solidFill>
              <a:latin typeface="DM Sans" panose="020B0604020202020204" pitchFamily="2" charset="0"/>
              <a:cs typeface="Diwani Simple Striped" panose="02010400000000000000" pitchFamily="2" charset="-78"/>
            </a:endParaRPr>
          </a:p>
        </p:txBody>
      </p:sp>
      <p:grpSp>
        <p:nvGrpSpPr>
          <p:cNvPr id="15" name="Google Shape;8613;p67"/>
          <p:cNvGrpSpPr/>
          <p:nvPr/>
        </p:nvGrpSpPr>
        <p:grpSpPr>
          <a:xfrm>
            <a:off x="5131805" y="1346981"/>
            <a:ext cx="291837" cy="327679"/>
            <a:chOff x="2079300" y="4399325"/>
            <a:chExt cx="489850" cy="483100"/>
          </a:xfrm>
          <a:solidFill>
            <a:schemeClr val="tx1"/>
          </a:solidFill>
        </p:grpSpPr>
        <p:sp>
          <p:nvSpPr>
            <p:cNvPr id="16" name="Google Shape;8614;p67"/>
            <p:cNvSpPr/>
            <p:nvPr/>
          </p:nvSpPr>
          <p:spPr>
            <a:xfrm>
              <a:off x="2079300" y="4399325"/>
              <a:ext cx="489850" cy="483100"/>
            </a:xfrm>
            <a:custGeom>
              <a:avLst/>
              <a:gdLst/>
              <a:ahLst/>
              <a:cxnLst/>
              <a:rect l="l" t="t" r="r" b="b"/>
              <a:pathLst>
                <a:path w="19594" h="19324">
                  <a:moveTo>
                    <a:pt x="17109" y="1134"/>
                  </a:moveTo>
                  <a:cubicBezTo>
                    <a:pt x="17415" y="1134"/>
                    <a:pt x="17714" y="1254"/>
                    <a:pt x="17939" y="1479"/>
                  </a:cubicBezTo>
                  <a:cubicBezTo>
                    <a:pt x="18268" y="1805"/>
                    <a:pt x="18371" y="2297"/>
                    <a:pt x="18205" y="2732"/>
                  </a:cubicBezTo>
                  <a:cubicBezTo>
                    <a:pt x="18003" y="3260"/>
                    <a:pt x="17770" y="3774"/>
                    <a:pt x="17507" y="4275"/>
                  </a:cubicBezTo>
                  <a:cubicBezTo>
                    <a:pt x="16288" y="4088"/>
                    <a:pt x="15330" y="3130"/>
                    <a:pt x="15143" y="1911"/>
                  </a:cubicBezTo>
                  <a:cubicBezTo>
                    <a:pt x="15644" y="1648"/>
                    <a:pt x="16158" y="1415"/>
                    <a:pt x="16686" y="1210"/>
                  </a:cubicBezTo>
                  <a:lnTo>
                    <a:pt x="16686" y="1213"/>
                  </a:lnTo>
                  <a:cubicBezTo>
                    <a:pt x="16824" y="1160"/>
                    <a:pt x="16967" y="1134"/>
                    <a:pt x="17109" y="1134"/>
                  </a:cubicBezTo>
                  <a:close/>
                  <a:moveTo>
                    <a:pt x="2905" y="2901"/>
                  </a:moveTo>
                  <a:lnTo>
                    <a:pt x="10016" y="4541"/>
                  </a:lnTo>
                  <a:cubicBezTo>
                    <a:pt x="9744" y="4855"/>
                    <a:pt x="9485" y="5178"/>
                    <a:pt x="9234" y="5513"/>
                  </a:cubicBezTo>
                  <a:lnTo>
                    <a:pt x="9234" y="5516"/>
                  </a:lnTo>
                  <a:lnTo>
                    <a:pt x="7812" y="7463"/>
                  </a:lnTo>
                  <a:lnTo>
                    <a:pt x="2027" y="3780"/>
                  </a:lnTo>
                  <a:lnTo>
                    <a:pt x="2905" y="2901"/>
                  </a:lnTo>
                  <a:close/>
                  <a:moveTo>
                    <a:pt x="2465" y="11352"/>
                  </a:moveTo>
                  <a:lnTo>
                    <a:pt x="4738" y="11676"/>
                  </a:lnTo>
                  <a:lnTo>
                    <a:pt x="3488" y="13388"/>
                  </a:lnTo>
                  <a:lnTo>
                    <a:pt x="1574" y="12240"/>
                  </a:lnTo>
                  <a:lnTo>
                    <a:pt x="2465" y="11352"/>
                  </a:lnTo>
                  <a:close/>
                  <a:moveTo>
                    <a:pt x="14111" y="2502"/>
                  </a:moveTo>
                  <a:cubicBezTo>
                    <a:pt x="14479" y="3870"/>
                    <a:pt x="15545" y="4939"/>
                    <a:pt x="16913" y="5308"/>
                  </a:cubicBezTo>
                  <a:cubicBezTo>
                    <a:pt x="16318" y="6250"/>
                    <a:pt x="15617" y="7122"/>
                    <a:pt x="14823" y="7907"/>
                  </a:cubicBezTo>
                  <a:cubicBezTo>
                    <a:pt x="14811" y="7916"/>
                    <a:pt x="14802" y="7928"/>
                    <a:pt x="14793" y="7937"/>
                  </a:cubicBezTo>
                  <a:cubicBezTo>
                    <a:pt x="14304" y="8418"/>
                    <a:pt x="13784" y="8861"/>
                    <a:pt x="13235" y="9269"/>
                  </a:cubicBezTo>
                  <a:lnTo>
                    <a:pt x="5140" y="15184"/>
                  </a:lnTo>
                  <a:cubicBezTo>
                    <a:pt x="5128" y="15196"/>
                    <a:pt x="5113" y="15208"/>
                    <a:pt x="5101" y="15217"/>
                  </a:cubicBezTo>
                  <a:cubicBezTo>
                    <a:pt x="5082" y="15235"/>
                    <a:pt x="5061" y="15248"/>
                    <a:pt x="5040" y="15260"/>
                  </a:cubicBezTo>
                  <a:cubicBezTo>
                    <a:pt x="5031" y="15263"/>
                    <a:pt x="5022" y="15269"/>
                    <a:pt x="5016" y="15272"/>
                  </a:cubicBezTo>
                  <a:cubicBezTo>
                    <a:pt x="4925" y="15314"/>
                    <a:pt x="4801" y="15339"/>
                    <a:pt x="4674" y="15339"/>
                  </a:cubicBezTo>
                  <a:cubicBezTo>
                    <a:pt x="4506" y="15339"/>
                    <a:pt x="4333" y="15295"/>
                    <a:pt x="4228" y="15190"/>
                  </a:cubicBezTo>
                  <a:cubicBezTo>
                    <a:pt x="3998" y="14961"/>
                    <a:pt x="4004" y="14544"/>
                    <a:pt x="4237" y="14278"/>
                  </a:cubicBezTo>
                  <a:cubicBezTo>
                    <a:pt x="4249" y="14266"/>
                    <a:pt x="4261" y="14251"/>
                    <a:pt x="4270" y="14239"/>
                  </a:cubicBezTo>
                  <a:lnTo>
                    <a:pt x="10149" y="6186"/>
                  </a:lnTo>
                  <a:cubicBezTo>
                    <a:pt x="11230" y="4722"/>
                    <a:pt x="12574" y="3475"/>
                    <a:pt x="14111" y="2502"/>
                  </a:cubicBezTo>
                  <a:close/>
                  <a:moveTo>
                    <a:pt x="14877" y="9402"/>
                  </a:moveTo>
                  <a:lnTo>
                    <a:pt x="16517" y="16513"/>
                  </a:lnTo>
                  <a:lnTo>
                    <a:pt x="15635" y="17391"/>
                  </a:lnTo>
                  <a:lnTo>
                    <a:pt x="11955" y="11606"/>
                  </a:lnTo>
                  <a:lnTo>
                    <a:pt x="13905" y="10181"/>
                  </a:lnTo>
                  <a:cubicBezTo>
                    <a:pt x="14240" y="9933"/>
                    <a:pt x="14563" y="9674"/>
                    <a:pt x="14877" y="9402"/>
                  </a:cubicBezTo>
                  <a:close/>
                  <a:moveTo>
                    <a:pt x="7743" y="14686"/>
                  </a:moveTo>
                  <a:lnTo>
                    <a:pt x="8069" y="16957"/>
                  </a:lnTo>
                  <a:lnTo>
                    <a:pt x="7181" y="17844"/>
                  </a:lnTo>
                  <a:lnTo>
                    <a:pt x="6034" y="15936"/>
                  </a:lnTo>
                  <a:lnTo>
                    <a:pt x="7743" y="14686"/>
                  </a:lnTo>
                  <a:close/>
                  <a:moveTo>
                    <a:pt x="17108" y="0"/>
                  </a:moveTo>
                  <a:cubicBezTo>
                    <a:pt x="16830" y="0"/>
                    <a:pt x="16550" y="50"/>
                    <a:pt x="16282" y="153"/>
                  </a:cubicBezTo>
                  <a:cubicBezTo>
                    <a:pt x="14280" y="923"/>
                    <a:pt x="12456" y="2092"/>
                    <a:pt x="10919" y="3586"/>
                  </a:cubicBezTo>
                  <a:lnTo>
                    <a:pt x="7758" y="2856"/>
                  </a:lnTo>
                  <a:lnTo>
                    <a:pt x="7978" y="2635"/>
                  </a:lnTo>
                  <a:cubicBezTo>
                    <a:pt x="8198" y="2415"/>
                    <a:pt x="8198" y="2056"/>
                    <a:pt x="7978" y="1835"/>
                  </a:cubicBezTo>
                  <a:cubicBezTo>
                    <a:pt x="7868" y="1724"/>
                    <a:pt x="7724" y="1669"/>
                    <a:pt x="7579" y="1669"/>
                  </a:cubicBezTo>
                  <a:cubicBezTo>
                    <a:pt x="7434" y="1669"/>
                    <a:pt x="7288" y="1725"/>
                    <a:pt x="7178" y="1835"/>
                  </a:cubicBezTo>
                  <a:lnTo>
                    <a:pt x="6456" y="2557"/>
                  </a:lnTo>
                  <a:lnTo>
                    <a:pt x="3850" y="1956"/>
                  </a:lnTo>
                  <a:lnTo>
                    <a:pt x="4074" y="1736"/>
                  </a:lnTo>
                  <a:cubicBezTo>
                    <a:pt x="4300" y="1515"/>
                    <a:pt x="4303" y="1150"/>
                    <a:pt x="4080" y="926"/>
                  </a:cubicBezTo>
                  <a:cubicBezTo>
                    <a:pt x="3969" y="816"/>
                    <a:pt x="3824" y="761"/>
                    <a:pt x="3679" y="761"/>
                  </a:cubicBezTo>
                  <a:cubicBezTo>
                    <a:pt x="3531" y="761"/>
                    <a:pt x="3384" y="818"/>
                    <a:pt x="3274" y="932"/>
                  </a:cubicBezTo>
                  <a:lnTo>
                    <a:pt x="1945" y="2261"/>
                  </a:lnTo>
                  <a:lnTo>
                    <a:pt x="725" y="3478"/>
                  </a:lnTo>
                  <a:cubicBezTo>
                    <a:pt x="469" y="3734"/>
                    <a:pt x="517" y="4163"/>
                    <a:pt x="822" y="4356"/>
                  </a:cubicBezTo>
                  <a:lnTo>
                    <a:pt x="7145" y="8378"/>
                  </a:lnTo>
                  <a:lnTo>
                    <a:pt x="5496" y="10640"/>
                  </a:lnTo>
                  <a:lnTo>
                    <a:pt x="2344" y="10190"/>
                  </a:lnTo>
                  <a:cubicBezTo>
                    <a:pt x="2317" y="10186"/>
                    <a:pt x="2290" y="10185"/>
                    <a:pt x="2264" y="10185"/>
                  </a:cubicBezTo>
                  <a:cubicBezTo>
                    <a:pt x="2113" y="10185"/>
                    <a:pt x="1969" y="10242"/>
                    <a:pt x="1864" y="10350"/>
                  </a:cubicBezTo>
                  <a:lnTo>
                    <a:pt x="260" y="11950"/>
                  </a:lnTo>
                  <a:cubicBezTo>
                    <a:pt x="1" y="12213"/>
                    <a:pt x="55" y="12648"/>
                    <a:pt x="369" y="12838"/>
                  </a:cubicBezTo>
                  <a:lnTo>
                    <a:pt x="2966" y="14393"/>
                  </a:lnTo>
                  <a:cubicBezTo>
                    <a:pt x="2851" y="14964"/>
                    <a:pt x="3008" y="15574"/>
                    <a:pt x="3428" y="15990"/>
                  </a:cubicBezTo>
                  <a:cubicBezTo>
                    <a:pt x="3757" y="16322"/>
                    <a:pt x="4219" y="16467"/>
                    <a:pt x="4669" y="16467"/>
                  </a:cubicBezTo>
                  <a:cubicBezTo>
                    <a:pt x="4786" y="16467"/>
                    <a:pt x="4901" y="16458"/>
                    <a:pt x="5016" y="16440"/>
                  </a:cubicBezTo>
                  <a:lnTo>
                    <a:pt x="6580" y="19049"/>
                  </a:lnTo>
                  <a:cubicBezTo>
                    <a:pt x="6671" y="19197"/>
                    <a:pt x="6825" y="19297"/>
                    <a:pt x="6997" y="19318"/>
                  </a:cubicBezTo>
                  <a:cubicBezTo>
                    <a:pt x="7021" y="19321"/>
                    <a:pt x="7042" y="19324"/>
                    <a:pt x="7066" y="19324"/>
                  </a:cubicBezTo>
                  <a:cubicBezTo>
                    <a:pt x="7217" y="19324"/>
                    <a:pt x="7359" y="19263"/>
                    <a:pt x="7465" y="19158"/>
                  </a:cubicBezTo>
                  <a:lnTo>
                    <a:pt x="9068" y="17554"/>
                  </a:lnTo>
                  <a:cubicBezTo>
                    <a:pt x="9192" y="17431"/>
                    <a:pt x="9252" y="17252"/>
                    <a:pt x="9228" y="17074"/>
                  </a:cubicBezTo>
                  <a:lnTo>
                    <a:pt x="8778" y="13931"/>
                  </a:lnTo>
                  <a:lnTo>
                    <a:pt x="11040" y="12276"/>
                  </a:lnTo>
                  <a:lnTo>
                    <a:pt x="15062" y="18596"/>
                  </a:lnTo>
                  <a:cubicBezTo>
                    <a:pt x="15152" y="18741"/>
                    <a:pt x="15306" y="18835"/>
                    <a:pt x="15475" y="18853"/>
                  </a:cubicBezTo>
                  <a:cubicBezTo>
                    <a:pt x="15496" y="18856"/>
                    <a:pt x="15518" y="18859"/>
                    <a:pt x="15539" y="18859"/>
                  </a:cubicBezTo>
                  <a:cubicBezTo>
                    <a:pt x="15687" y="18859"/>
                    <a:pt x="15832" y="18798"/>
                    <a:pt x="15937" y="18693"/>
                  </a:cubicBezTo>
                  <a:lnTo>
                    <a:pt x="16740" y="17890"/>
                  </a:lnTo>
                  <a:lnTo>
                    <a:pt x="18483" y="16144"/>
                  </a:lnTo>
                  <a:cubicBezTo>
                    <a:pt x="18712" y="15924"/>
                    <a:pt x="18715" y="15562"/>
                    <a:pt x="18492" y="15338"/>
                  </a:cubicBezTo>
                  <a:cubicBezTo>
                    <a:pt x="18381" y="15228"/>
                    <a:pt x="18236" y="15172"/>
                    <a:pt x="18090" y="15172"/>
                  </a:cubicBezTo>
                  <a:cubicBezTo>
                    <a:pt x="17942" y="15172"/>
                    <a:pt x="17794" y="15230"/>
                    <a:pt x="17683" y="15344"/>
                  </a:cubicBezTo>
                  <a:lnTo>
                    <a:pt x="17462" y="15568"/>
                  </a:lnTo>
                  <a:lnTo>
                    <a:pt x="16861" y="12965"/>
                  </a:lnTo>
                  <a:lnTo>
                    <a:pt x="17583" y="12243"/>
                  </a:lnTo>
                  <a:cubicBezTo>
                    <a:pt x="17803" y="12020"/>
                    <a:pt x="17803" y="11660"/>
                    <a:pt x="17583" y="11440"/>
                  </a:cubicBezTo>
                  <a:cubicBezTo>
                    <a:pt x="17473" y="11330"/>
                    <a:pt x="17328" y="11275"/>
                    <a:pt x="17183" y="11275"/>
                  </a:cubicBezTo>
                  <a:cubicBezTo>
                    <a:pt x="17038" y="11275"/>
                    <a:pt x="16893" y="11330"/>
                    <a:pt x="16783" y="11440"/>
                  </a:cubicBezTo>
                  <a:lnTo>
                    <a:pt x="16559" y="11663"/>
                  </a:lnTo>
                  <a:lnTo>
                    <a:pt x="15835" y="8499"/>
                  </a:lnTo>
                  <a:cubicBezTo>
                    <a:pt x="17329" y="6962"/>
                    <a:pt x="18498" y="5138"/>
                    <a:pt x="19265" y="3137"/>
                  </a:cubicBezTo>
                  <a:cubicBezTo>
                    <a:pt x="19594" y="2285"/>
                    <a:pt x="19389" y="1322"/>
                    <a:pt x="18742" y="676"/>
                  </a:cubicBezTo>
                  <a:cubicBezTo>
                    <a:pt x="18302" y="236"/>
                    <a:pt x="17711" y="0"/>
                    <a:pt x="17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" name="Google Shape;8615;p67"/>
            <p:cNvSpPr/>
            <p:nvPr/>
          </p:nvSpPr>
          <p:spPr>
            <a:xfrm>
              <a:off x="2348725" y="4522375"/>
              <a:ext cx="94375" cy="88150"/>
            </a:xfrm>
            <a:custGeom>
              <a:avLst/>
              <a:gdLst/>
              <a:ahLst/>
              <a:cxnLst/>
              <a:rect l="l" t="t" r="r" b="b"/>
              <a:pathLst>
                <a:path w="3775" h="3526">
                  <a:moveTo>
                    <a:pt x="3155" y="0"/>
                  </a:moveTo>
                  <a:cubicBezTo>
                    <a:pt x="3013" y="0"/>
                    <a:pt x="2870" y="53"/>
                    <a:pt x="2760" y="159"/>
                  </a:cubicBezTo>
                  <a:lnTo>
                    <a:pt x="359" y="2560"/>
                  </a:lnTo>
                  <a:cubicBezTo>
                    <a:pt x="0" y="2916"/>
                    <a:pt x="254" y="3526"/>
                    <a:pt x="758" y="3526"/>
                  </a:cubicBezTo>
                  <a:cubicBezTo>
                    <a:pt x="909" y="3526"/>
                    <a:pt x="1054" y="3468"/>
                    <a:pt x="1160" y="3360"/>
                  </a:cubicBezTo>
                  <a:lnTo>
                    <a:pt x="3560" y="959"/>
                  </a:lnTo>
                  <a:cubicBezTo>
                    <a:pt x="3774" y="736"/>
                    <a:pt x="3771" y="383"/>
                    <a:pt x="3554" y="165"/>
                  </a:cubicBezTo>
                  <a:cubicBezTo>
                    <a:pt x="3444" y="55"/>
                    <a:pt x="3300" y="0"/>
                    <a:pt x="3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8385;p67"/>
          <p:cNvGrpSpPr/>
          <p:nvPr/>
        </p:nvGrpSpPr>
        <p:grpSpPr>
          <a:xfrm>
            <a:off x="557335" y="1349064"/>
            <a:ext cx="322146" cy="316114"/>
            <a:chOff x="3857225" y="238125"/>
            <a:chExt cx="500575" cy="483125"/>
          </a:xfrm>
          <a:solidFill>
            <a:schemeClr val="tx1"/>
          </a:solidFill>
        </p:grpSpPr>
        <p:sp>
          <p:nvSpPr>
            <p:cNvPr id="19" name="Google Shape;8386;p67"/>
            <p:cNvSpPr/>
            <p:nvPr/>
          </p:nvSpPr>
          <p:spPr>
            <a:xfrm>
              <a:off x="3857225" y="238125"/>
              <a:ext cx="500575" cy="483125"/>
            </a:xfrm>
            <a:custGeom>
              <a:avLst/>
              <a:gdLst/>
              <a:ahLst/>
              <a:cxnLst/>
              <a:rect l="l" t="t" r="r" b="b"/>
              <a:pathLst>
                <a:path w="20023" h="19325">
                  <a:moveTo>
                    <a:pt x="15671" y="3398"/>
                  </a:moveTo>
                  <a:cubicBezTo>
                    <a:pt x="15707" y="3398"/>
                    <a:pt x="15744" y="3402"/>
                    <a:pt x="15780" y="3409"/>
                  </a:cubicBezTo>
                  <a:lnTo>
                    <a:pt x="15801" y="3415"/>
                  </a:lnTo>
                  <a:cubicBezTo>
                    <a:pt x="15814" y="3415"/>
                    <a:pt x="15823" y="3418"/>
                    <a:pt x="15835" y="3421"/>
                  </a:cubicBezTo>
                  <a:cubicBezTo>
                    <a:pt x="15844" y="3424"/>
                    <a:pt x="15856" y="3430"/>
                    <a:pt x="15868" y="3433"/>
                  </a:cubicBezTo>
                  <a:lnTo>
                    <a:pt x="15886" y="3439"/>
                  </a:lnTo>
                  <a:cubicBezTo>
                    <a:pt x="15892" y="3442"/>
                    <a:pt x="15898" y="3445"/>
                    <a:pt x="15904" y="3448"/>
                  </a:cubicBezTo>
                  <a:cubicBezTo>
                    <a:pt x="15922" y="3457"/>
                    <a:pt x="15943" y="3466"/>
                    <a:pt x="15964" y="3478"/>
                  </a:cubicBezTo>
                  <a:cubicBezTo>
                    <a:pt x="15986" y="3494"/>
                    <a:pt x="16010" y="3509"/>
                    <a:pt x="16031" y="3524"/>
                  </a:cubicBezTo>
                  <a:cubicBezTo>
                    <a:pt x="16046" y="3536"/>
                    <a:pt x="16058" y="3551"/>
                    <a:pt x="16073" y="3563"/>
                  </a:cubicBezTo>
                  <a:cubicBezTo>
                    <a:pt x="16085" y="3575"/>
                    <a:pt x="16100" y="3590"/>
                    <a:pt x="16112" y="3605"/>
                  </a:cubicBezTo>
                  <a:cubicBezTo>
                    <a:pt x="16294" y="3829"/>
                    <a:pt x="16279" y="4158"/>
                    <a:pt x="16073" y="4363"/>
                  </a:cubicBezTo>
                  <a:lnTo>
                    <a:pt x="13054" y="7383"/>
                  </a:lnTo>
                  <a:cubicBezTo>
                    <a:pt x="12939" y="7232"/>
                    <a:pt x="12815" y="7090"/>
                    <a:pt x="12682" y="6954"/>
                  </a:cubicBezTo>
                  <a:cubicBezTo>
                    <a:pt x="12546" y="6821"/>
                    <a:pt x="12405" y="6697"/>
                    <a:pt x="12254" y="6582"/>
                  </a:cubicBezTo>
                  <a:lnTo>
                    <a:pt x="15273" y="3563"/>
                  </a:lnTo>
                  <a:cubicBezTo>
                    <a:pt x="15380" y="3456"/>
                    <a:pt x="15523" y="3398"/>
                    <a:pt x="15671" y="3398"/>
                  </a:cubicBezTo>
                  <a:close/>
                  <a:moveTo>
                    <a:pt x="9887" y="9183"/>
                  </a:moveTo>
                  <a:cubicBezTo>
                    <a:pt x="10031" y="9183"/>
                    <a:pt x="10176" y="9238"/>
                    <a:pt x="10288" y="9348"/>
                  </a:cubicBezTo>
                  <a:cubicBezTo>
                    <a:pt x="10511" y="9575"/>
                    <a:pt x="10508" y="9937"/>
                    <a:pt x="10279" y="10157"/>
                  </a:cubicBezTo>
                  <a:cubicBezTo>
                    <a:pt x="10169" y="10268"/>
                    <a:pt x="10024" y="10323"/>
                    <a:pt x="9879" y="10323"/>
                  </a:cubicBezTo>
                  <a:cubicBezTo>
                    <a:pt x="9734" y="10323"/>
                    <a:pt x="9589" y="10268"/>
                    <a:pt x="9479" y="10157"/>
                  </a:cubicBezTo>
                  <a:cubicBezTo>
                    <a:pt x="9258" y="9937"/>
                    <a:pt x="9258" y="9578"/>
                    <a:pt x="9479" y="9357"/>
                  </a:cubicBezTo>
                  <a:cubicBezTo>
                    <a:pt x="9590" y="9241"/>
                    <a:pt x="9739" y="9183"/>
                    <a:pt x="9887" y="9183"/>
                  </a:cubicBezTo>
                  <a:close/>
                  <a:moveTo>
                    <a:pt x="15746" y="1062"/>
                  </a:moveTo>
                  <a:cubicBezTo>
                    <a:pt x="16469" y="1062"/>
                    <a:pt x="17193" y="1337"/>
                    <a:pt x="17746" y="1890"/>
                  </a:cubicBezTo>
                  <a:cubicBezTo>
                    <a:pt x="18878" y="3022"/>
                    <a:pt x="18845" y="4870"/>
                    <a:pt x="17673" y="5963"/>
                  </a:cubicBezTo>
                  <a:lnTo>
                    <a:pt x="11879" y="11758"/>
                  </a:lnTo>
                  <a:cubicBezTo>
                    <a:pt x="11337" y="12300"/>
                    <a:pt x="10612" y="12586"/>
                    <a:pt x="9878" y="12586"/>
                  </a:cubicBezTo>
                  <a:cubicBezTo>
                    <a:pt x="9472" y="12586"/>
                    <a:pt x="9062" y="12499"/>
                    <a:pt x="8679" y="12319"/>
                  </a:cubicBezTo>
                  <a:lnTo>
                    <a:pt x="8663" y="12313"/>
                  </a:lnTo>
                  <a:cubicBezTo>
                    <a:pt x="8198" y="12093"/>
                    <a:pt x="7803" y="11746"/>
                    <a:pt x="7516" y="11317"/>
                  </a:cubicBezTo>
                  <a:lnTo>
                    <a:pt x="8346" y="10487"/>
                  </a:lnTo>
                  <a:cubicBezTo>
                    <a:pt x="8645" y="11113"/>
                    <a:pt x="9259" y="11453"/>
                    <a:pt x="9883" y="11453"/>
                  </a:cubicBezTo>
                  <a:cubicBezTo>
                    <a:pt x="10311" y="11453"/>
                    <a:pt x="10744" y="11293"/>
                    <a:pt x="11082" y="10955"/>
                  </a:cubicBezTo>
                  <a:lnTo>
                    <a:pt x="16873" y="5160"/>
                  </a:lnTo>
                  <a:cubicBezTo>
                    <a:pt x="17541" y="4514"/>
                    <a:pt x="17562" y="3448"/>
                    <a:pt x="16922" y="2775"/>
                  </a:cubicBezTo>
                  <a:cubicBezTo>
                    <a:pt x="16588" y="2423"/>
                    <a:pt x="16140" y="2245"/>
                    <a:pt x="15690" y="2245"/>
                  </a:cubicBezTo>
                  <a:cubicBezTo>
                    <a:pt x="15275" y="2245"/>
                    <a:pt x="14860" y="2395"/>
                    <a:pt x="14533" y="2699"/>
                  </a:cubicBezTo>
                  <a:cubicBezTo>
                    <a:pt x="14512" y="2718"/>
                    <a:pt x="14491" y="2739"/>
                    <a:pt x="14470" y="2760"/>
                  </a:cubicBezTo>
                  <a:lnTo>
                    <a:pt x="11212" y="6021"/>
                  </a:lnTo>
                  <a:cubicBezTo>
                    <a:pt x="10783" y="5867"/>
                    <a:pt x="10333" y="5791"/>
                    <a:pt x="9877" y="5791"/>
                  </a:cubicBezTo>
                  <a:lnTo>
                    <a:pt x="9838" y="5791"/>
                  </a:lnTo>
                  <a:lnTo>
                    <a:pt x="13673" y="1963"/>
                  </a:lnTo>
                  <a:cubicBezTo>
                    <a:pt x="14232" y="1363"/>
                    <a:pt x="14988" y="1062"/>
                    <a:pt x="15746" y="1062"/>
                  </a:cubicBezTo>
                  <a:close/>
                  <a:moveTo>
                    <a:pt x="6707" y="12129"/>
                  </a:moveTo>
                  <a:cubicBezTo>
                    <a:pt x="6819" y="12283"/>
                    <a:pt x="6942" y="12425"/>
                    <a:pt x="7078" y="12558"/>
                  </a:cubicBezTo>
                  <a:cubicBezTo>
                    <a:pt x="7211" y="12694"/>
                    <a:pt x="7353" y="12818"/>
                    <a:pt x="7507" y="12932"/>
                  </a:cubicBezTo>
                  <a:lnTo>
                    <a:pt x="4675" y="15762"/>
                  </a:lnTo>
                  <a:cubicBezTo>
                    <a:pt x="4565" y="15872"/>
                    <a:pt x="4420" y="15927"/>
                    <a:pt x="4275" y="15927"/>
                  </a:cubicBezTo>
                  <a:cubicBezTo>
                    <a:pt x="4130" y="15927"/>
                    <a:pt x="3985" y="15872"/>
                    <a:pt x="3875" y="15762"/>
                  </a:cubicBezTo>
                  <a:cubicBezTo>
                    <a:pt x="3654" y="15541"/>
                    <a:pt x="3654" y="15182"/>
                    <a:pt x="3875" y="14961"/>
                  </a:cubicBezTo>
                  <a:lnTo>
                    <a:pt x="6707" y="12129"/>
                  </a:lnTo>
                  <a:close/>
                  <a:moveTo>
                    <a:pt x="9884" y="6926"/>
                  </a:moveTo>
                  <a:cubicBezTo>
                    <a:pt x="10290" y="6926"/>
                    <a:pt x="10698" y="7013"/>
                    <a:pt x="11082" y="7192"/>
                  </a:cubicBezTo>
                  <a:lnTo>
                    <a:pt x="11094" y="7198"/>
                  </a:lnTo>
                  <a:cubicBezTo>
                    <a:pt x="11562" y="7422"/>
                    <a:pt x="11958" y="7766"/>
                    <a:pt x="12242" y="8198"/>
                  </a:cubicBezTo>
                  <a:lnTo>
                    <a:pt x="11411" y="9028"/>
                  </a:lnTo>
                  <a:cubicBezTo>
                    <a:pt x="11112" y="8400"/>
                    <a:pt x="10499" y="8061"/>
                    <a:pt x="9877" y="8061"/>
                  </a:cubicBezTo>
                  <a:cubicBezTo>
                    <a:pt x="9448" y="8061"/>
                    <a:pt x="9016" y="8222"/>
                    <a:pt x="8679" y="8560"/>
                  </a:cubicBezTo>
                  <a:lnTo>
                    <a:pt x="3074" y="14161"/>
                  </a:lnTo>
                  <a:cubicBezTo>
                    <a:pt x="2410" y="14822"/>
                    <a:pt x="2410" y="15900"/>
                    <a:pt x="3074" y="16562"/>
                  </a:cubicBezTo>
                  <a:cubicBezTo>
                    <a:pt x="3405" y="16894"/>
                    <a:pt x="3840" y="17060"/>
                    <a:pt x="4275" y="17060"/>
                  </a:cubicBezTo>
                  <a:cubicBezTo>
                    <a:pt x="4710" y="17060"/>
                    <a:pt x="5144" y="16894"/>
                    <a:pt x="5475" y="16562"/>
                  </a:cubicBezTo>
                  <a:lnTo>
                    <a:pt x="8546" y="13491"/>
                  </a:lnTo>
                  <a:cubicBezTo>
                    <a:pt x="8974" y="13642"/>
                    <a:pt x="9424" y="13720"/>
                    <a:pt x="9880" y="13720"/>
                  </a:cubicBezTo>
                  <a:lnTo>
                    <a:pt x="9920" y="13720"/>
                  </a:lnTo>
                  <a:lnTo>
                    <a:pt x="6275" y="17362"/>
                  </a:lnTo>
                  <a:cubicBezTo>
                    <a:pt x="5716" y="17961"/>
                    <a:pt x="4960" y="18262"/>
                    <a:pt x="4202" y="18262"/>
                  </a:cubicBezTo>
                  <a:cubicBezTo>
                    <a:pt x="3479" y="18262"/>
                    <a:pt x="2755" y="17987"/>
                    <a:pt x="2202" y="17434"/>
                  </a:cubicBezTo>
                  <a:cubicBezTo>
                    <a:pt x="1070" y="16302"/>
                    <a:pt x="1103" y="14454"/>
                    <a:pt x="2274" y="13361"/>
                  </a:cubicBezTo>
                  <a:lnTo>
                    <a:pt x="7878" y="7757"/>
                  </a:lnTo>
                  <a:cubicBezTo>
                    <a:pt x="8422" y="7214"/>
                    <a:pt x="9147" y="6926"/>
                    <a:pt x="9884" y="6926"/>
                  </a:cubicBezTo>
                  <a:close/>
                  <a:moveTo>
                    <a:pt x="15673" y="1"/>
                  </a:moveTo>
                  <a:cubicBezTo>
                    <a:pt x="14659" y="1"/>
                    <a:pt x="13644" y="388"/>
                    <a:pt x="12870" y="1162"/>
                  </a:cubicBezTo>
                  <a:lnTo>
                    <a:pt x="7078" y="6957"/>
                  </a:lnTo>
                  <a:lnTo>
                    <a:pt x="1471" y="12561"/>
                  </a:lnTo>
                  <a:cubicBezTo>
                    <a:pt x="339" y="13693"/>
                    <a:pt x="1" y="15399"/>
                    <a:pt x="614" y="16879"/>
                  </a:cubicBezTo>
                  <a:cubicBezTo>
                    <a:pt x="1230" y="18358"/>
                    <a:pt x="2673" y="19324"/>
                    <a:pt x="4276" y="19324"/>
                  </a:cubicBezTo>
                  <a:cubicBezTo>
                    <a:pt x="4280" y="19325"/>
                    <a:pt x="4284" y="19325"/>
                    <a:pt x="4288" y="19325"/>
                  </a:cubicBezTo>
                  <a:cubicBezTo>
                    <a:pt x="5334" y="19325"/>
                    <a:pt x="6338" y="18908"/>
                    <a:pt x="7078" y="18165"/>
                  </a:cubicBezTo>
                  <a:lnTo>
                    <a:pt x="12682" y="12561"/>
                  </a:lnTo>
                  <a:lnTo>
                    <a:pt x="18477" y="6767"/>
                  </a:lnTo>
                  <a:cubicBezTo>
                    <a:pt x="20023" y="5221"/>
                    <a:pt x="20023" y="2711"/>
                    <a:pt x="18477" y="1162"/>
                  </a:cubicBezTo>
                  <a:cubicBezTo>
                    <a:pt x="17702" y="388"/>
                    <a:pt x="16688" y="1"/>
                    <a:pt x="156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8387;p67"/>
            <p:cNvSpPr/>
            <p:nvPr/>
          </p:nvSpPr>
          <p:spPr>
            <a:xfrm>
              <a:off x="4208775" y="588000"/>
              <a:ext cx="71125" cy="68350"/>
            </a:xfrm>
            <a:custGeom>
              <a:avLst/>
              <a:gdLst/>
              <a:ahLst/>
              <a:cxnLst/>
              <a:rect l="l" t="t" r="r" b="b"/>
              <a:pathLst>
                <a:path w="2845" h="2734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0" y="387"/>
                    <a:pt x="0" y="746"/>
                    <a:pt x="221" y="966"/>
                  </a:cubicBezTo>
                  <a:lnTo>
                    <a:pt x="1821" y="2567"/>
                  </a:lnTo>
                  <a:cubicBezTo>
                    <a:pt x="1933" y="2677"/>
                    <a:pt x="2079" y="2733"/>
                    <a:pt x="2224" y="2733"/>
                  </a:cubicBezTo>
                  <a:cubicBezTo>
                    <a:pt x="2368" y="2733"/>
                    <a:pt x="2513" y="2678"/>
                    <a:pt x="2624" y="2567"/>
                  </a:cubicBezTo>
                  <a:cubicBezTo>
                    <a:pt x="2845" y="2346"/>
                    <a:pt x="2845" y="1987"/>
                    <a:pt x="2624" y="1767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8388;p67"/>
            <p:cNvSpPr/>
            <p:nvPr/>
          </p:nvSpPr>
          <p:spPr>
            <a:xfrm>
              <a:off x="4228400" y="527925"/>
              <a:ext cx="91050" cy="48400"/>
            </a:xfrm>
            <a:custGeom>
              <a:avLst/>
              <a:gdLst/>
              <a:ahLst/>
              <a:cxnLst/>
              <a:rect l="l" t="t" r="r" b="b"/>
              <a:pathLst>
                <a:path w="3642" h="1936">
                  <a:moveTo>
                    <a:pt x="636" y="0"/>
                  </a:moveTo>
                  <a:cubicBezTo>
                    <a:pt x="400" y="0"/>
                    <a:pt x="180" y="150"/>
                    <a:pt x="100" y="389"/>
                  </a:cubicBezTo>
                  <a:cubicBezTo>
                    <a:pt x="0" y="685"/>
                    <a:pt x="160" y="1005"/>
                    <a:pt x="459" y="1105"/>
                  </a:cubicBezTo>
                  <a:lnTo>
                    <a:pt x="2860" y="1905"/>
                  </a:lnTo>
                  <a:cubicBezTo>
                    <a:pt x="2917" y="1923"/>
                    <a:pt x="2977" y="1935"/>
                    <a:pt x="3038" y="1935"/>
                  </a:cubicBezTo>
                  <a:cubicBezTo>
                    <a:pt x="3316" y="1932"/>
                    <a:pt x="3554" y="1733"/>
                    <a:pt x="3596" y="1458"/>
                  </a:cubicBezTo>
                  <a:cubicBezTo>
                    <a:pt x="3642" y="1183"/>
                    <a:pt x="3482" y="918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5" y="0"/>
                    <a:pt x="6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8389;p67"/>
            <p:cNvSpPr/>
            <p:nvPr/>
          </p:nvSpPr>
          <p:spPr>
            <a:xfrm>
              <a:off x="4148300" y="608000"/>
              <a:ext cx="52050" cy="88600"/>
            </a:xfrm>
            <a:custGeom>
              <a:avLst/>
              <a:gdLst/>
              <a:ahLst/>
              <a:cxnLst/>
              <a:rect l="l" t="t" r="r" b="b"/>
              <a:pathLst>
                <a:path w="2082" h="3544">
                  <a:moveTo>
                    <a:pt x="639" y="1"/>
                  </a:moveTo>
                  <a:cubicBezTo>
                    <a:pt x="580" y="1"/>
                    <a:pt x="519" y="10"/>
                    <a:pt x="460" y="31"/>
                  </a:cubicBezTo>
                  <a:cubicBezTo>
                    <a:pt x="161" y="127"/>
                    <a:pt x="1" y="450"/>
                    <a:pt x="100" y="746"/>
                  </a:cubicBezTo>
                  <a:lnTo>
                    <a:pt x="903" y="3150"/>
                  </a:lnTo>
                  <a:cubicBezTo>
                    <a:pt x="979" y="3390"/>
                    <a:pt x="1202" y="3544"/>
                    <a:pt x="1441" y="3544"/>
                  </a:cubicBezTo>
                  <a:cubicBezTo>
                    <a:pt x="1500" y="3544"/>
                    <a:pt x="1560" y="3535"/>
                    <a:pt x="1619" y="3515"/>
                  </a:cubicBezTo>
                  <a:cubicBezTo>
                    <a:pt x="1921" y="3415"/>
                    <a:pt x="2081" y="3089"/>
                    <a:pt x="1975" y="2790"/>
                  </a:cubicBezTo>
                  <a:lnTo>
                    <a:pt x="1175" y="390"/>
                  </a:lnTo>
                  <a:cubicBezTo>
                    <a:pt x="1096" y="151"/>
                    <a:pt x="875" y="1"/>
                    <a:pt x="6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8390;p67"/>
            <p:cNvSpPr/>
            <p:nvPr/>
          </p:nvSpPr>
          <p:spPr>
            <a:xfrm>
              <a:off x="3928725" y="307900"/>
              <a:ext cx="71200" cy="68375"/>
            </a:xfrm>
            <a:custGeom>
              <a:avLst/>
              <a:gdLst/>
              <a:ahLst/>
              <a:cxnLst/>
              <a:rect l="l" t="t" r="r" b="b"/>
              <a:pathLst>
                <a:path w="2848" h="2735">
                  <a:moveTo>
                    <a:pt x="620" y="1"/>
                  </a:moveTo>
                  <a:cubicBezTo>
                    <a:pt x="475" y="1"/>
                    <a:pt x="330" y="57"/>
                    <a:pt x="221" y="168"/>
                  </a:cubicBezTo>
                  <a:cubicBezTo>
                    <a:pt x="3" y="385"/>
                    <a:pt x="0" y="739"/>
                    <a:pt x="214" y="962"/>
                  </a:cubicBezTo>
                  <a:lnTo>
                    <a:pt x="1815" y="2562"/>
                  </a:lnTo>
                  <a:cubicBezTo>
                    <a:pt x="1926" y="2677"/>
                    <a:pt x="2074" y="2734"/>
                    <a:pt x="2222" y="2734"/>
                  </a:cubicBezTo>
                  <a:cubicBezTo>
                    <a:pt x="2367" y="2734"/>
                    <a:pt x="2512" y="2679"/>
                    <a:pt x="2624" y="2569"/>
                  </a:cubicBezTo>
                  <a:cubicBezTo>
                    <a:pt x="2847" y="2345"/>
                    <a:pt x="2844" y="1983"/>
                    <a:pt x="2615" y="1762"/>
                  </a:cubicBezTo>
                  <a:lnTo>
                    <a:pt x="1015" y="162"/>
                  </a:lnTo>
                  <a:cubicBezTo>
                    <a:pt x="904" y="54"/>
                    <a:pt x="762" y="1"/>
                    <a:pt x="6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8391;p67"/>
            <p:cNvSpPr/>
            <p:nvPr/>
          </p:nvSpPr>
          <p:spPr>
            <a:xfrm>
              <a:off x="4008200" y="267675"/>
              <a:ext cx="51875" cy="88450"/>
            </a:xfrm>
            <a:custGeom>
              <a:avLst/>
              <a:gdLst/>
              <a:ahLst/>
              <a:cxnLst/>
              <a:rect l="l" t="t" r="r" b="b"/>
              <a:pathLst>
                <a:path w="2075" h="3538">
                  <a:moveTo>
                    <a:pt x="636" y="1"/>
                  </a:moveTo>
                  <a:cubicBezTo>
                    <a:pt x="577" y="1"/>
                    <a:pt x="518" y="10"/>
                    <a:pt x="460" y="29"/>
                  </a:cubicBezTo>
                  <a:cubicBezTo>
                    <a:pt x="161" y="128"/>
                    <a:pt x="1" y="449"/>
                    <a:pt x="100" y="747"/>
                  </a:cubicBezTo>
                  <a:lnTo>
                    <a:pt x="900" y="3151"/>
                  </a:lnTo>
                  <a:cubicBezTo>
                    <a:pt x="979" y="3380"/>
                    <a:pt x="1193" y="3537"/>
                    <a:pt x="1438" y="3537"/>
                  </a:cubicBezTo>
                  <a:cubicBezTo>
                    <a:pt x="1498" y="3534"/>
                    <a:pt x="1559" y="3525"/>
                    <a:pt x="1619" y="3507"/>
                  </a:cubicBezTo>
                  <a:cubicBezTo>
                    <a:pt x="1915" y="3408"/>
                    <a:pt x="2075" y="3088"/>
                    <a:pt x="1975" y="2789"/>
                  </a:cubicBezTo>
                  <a:lnTo>
                    <a:pt x="1175" y="388"/>
                  </a:lnTo>
                  <a:cubicBezTo>
                    <a:pt x="1095" y="151"/>
                    <a:pt x="873" y="1"/>
                    <a:pt x="6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8392;p67"/>
            <p:cNvSpPr/>
            <p:nvPr/>
          </p:nvSpPr>
          <p:spPr>
            <a:xfrm>
              <a:off x="3888100" y="387825"/>
              <a:ext cx="91675" cy="48300"/>
            </a:xfrm>
            <a:custGeom>
              <a:avLst/>
              <a:gdLst/>
              <a:ahLst/>
              <a:cxnLst/>
              <a:rect l="l" t="t" r="r" b="b"/>
              <a:pathLst>
                <a:path w="3667" h="1932">
                  <a:moveTo>
                    <a:pt x="636" y="0"/>
                  </a:moveTo>
                  <a:cubicBezTo>
                    <a:pt x="400" y="0"/>
                    <a:pt x="180" y="150"/>
                    <a:pt x="100" y="386"/>
                  </a:cubicBezTo>
                  <a:cubicBezTo>
                    <a:pt x="1" y="685"/>
                    <a:pt x="161" y="1005"/>
                    <a:pt x="460" y="1105"/>
                  </a:cubicBezTo>
                  <a:lnTo>
                    <a:pt x="2860" y="1905"/>
                  </a:lnTo>
                  <a:cubicBezTo>
                    <a:pt x="2917" y="1923"/>
                    <a:pt x="2975" y="1932"/>
                    <a:pt x="3032" y="1932"/>
                  </a:cubicBezTo>
                  <a:cubicBezTo>
                    <a:pt x="3270" y="1932"/>
                    <a:pt x="3492" y="1781"/>
                    <a:pt x="3570" y="1543"/>
                  </a:cubicBezTo>
                  <a:cubicBezTo>
                    <a:pt x="3666" y="1250"/>
                    <a:pt x="3512" y="933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6" y="0"/>
                    <a:pt x="6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accel="37000" decel="5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" grpId="0" build="p"/>
      <p:bldP spid="367" grpId="0" build="p"/>
      <p:bldP spid="368" grpId="0" build="p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>
            <a:spLocks noGrp="1" noEditPoints="1"/>
          </p:cNvSpPr>
          <p:nvPr>
            <p:ph type="title"/>
          </p:nvPr>
        </p:nvSpPr>
        <p:spPr>
          <a:xfrm>
            <a:off x="328919" y="59360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dirty="0"/>
              <a:t>The Egyptian Gap</a:t>
            </a:r>
          </a:p>
        </p:txBody>
      </p:sp>
      <p:sp>
        <p:nvSpPr>
          <p:cNvPr id="342" name="Google Shape;342;p35"/>
          <p:cNvSpPr/>
          <p:nvPr/>
        </p:nvSpPr>
        <p:spPr>
          <a:xfrm>
            <a:off x="2429368" y="1302411"/>
            <a:ext cx="4154312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Montserrat" panose="00000500000000000000" pitchFamily="2" charset="0"/>
              </a:rPr>
              <a:t>Why can't we just copy?</a:t>
            </a:r>
          </a:p>
        </p:txBody>
      </p:sp>
      <p:sp>
        <p:nvSpPr>
          <p:cNvPr id="343" name="Google Shape;343;p35"/>
          <p:cNvSpPr/>
          <p:nvPr/>
        </p:nvSpPr>
        <p:spPr>
          <a:xfrm>
            <a:off x="87357" y="2339507"/>
            <a:ext cx="2721152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chemeClr val="tx1"/>
                </a:solidFill>
              </a:rPr>
              <a:t> Security Approvals</a:t>
            </a:r>
            <a:endParaRPr sz="2000" b="1" dirty="0">
              <a:solidFill>
                <a:schemeClr val="tx1"/>
              </a:solidFill>
              <a:latin typeface="Montserrat ExtraBold" panose="00000900000000000000" pitchFamily="2" charset="0"/>
              <a:ea typeface="Montserrat ExtraBold" panose="00000900000000000000" pitchFamily="2" charset="0"/>
              <a:cs typeface="Montserrat ExtraBold" panose="00000900000000000000" pitchFamily="2" charset="0"/>
              <a:sym typeface="Montserrat ExtraBold" panose="00000900000000000000" pitchFamily="2" charset="0"/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159859" y="2733331"/>
            <a:ext cx="264865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Specific match-ups are banned in specific cities</a:t>
            </a:r>
            <a:endParaRPr dirty="0">
              <a:solidFill>
                <a:schemeClr val="tx1"/>
              </a:solidFill>
              <a:latin typeface="DM Sans" panose="020B0604020202020204" pitchFamily="2" charset="0"/>
              <a:ea typeface="DM Sans" panose="020B0604020202020204" pitchFamily="2" charset="0"/>
              <a:cs typeface="DM Sans" panose="020B0604020202020204" pitchFamily="2" charset="0"/>
              <a:sym typeface="DM Sans" panose="020B0604020202020204" pitchFamily="2" charset="0"/>
            </a:endParaRPr>
          </a:p>
        </p:txBody>
      </p:sp>
      <p:sp>
        <p:nvSpPr>
          <p:cNvPr id="345" name="Google Shape;345;p35"/>
          <p:cNvSpPr/>
          <p:nvPr/>
        </p:nvSpPr>
        <p:spPr>
          <a:xfrm>
            <a:off x="3232294" y="2484312"/>
            <a:ext cx="2721151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chemeClr val="tx1"/>
                </a:solidFill>
              </a:rPr>
              <a:t>Shared Resources</a:t>
            </a:r>
            <a:endParaRPr sz="2000" b="1" dirty="0">
              <a:solidFill>
                <a:schemeClr val="tx1"/>
              </a:solidFill>
              <a:latin typeface="Montserrat ExtraBold" panose="00000900000000000000" pitchFamily="2" charset="0"/>
              <a:ea typeface="Montserrat ExtraBold" panose="00000900000000000000" pitchFamily="2" charset="0"/>
              <a:cs typeface="Montserrat ExtraBold" panose="00000900000000000000" pitchFamily="2" charset="0"/>
              <a:sym typeface="Montserrat ExtraBold" panose="00000900000000000000" pitchFamily="2" charset="0"/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3232294" y="2867143"/>
            <a:ext cx="2573776" cy="83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Multiple teams share "Cairo International" and "Borg Al-Arab," creating bottlenecks</a:t>
            </a:r>
          </a:p>
          <a:p>
            <a:pPr>
              <a:lnSpc>
                <a:spcPct val="115000"/>
              </a:lnSpc>
            </a:pPr>
            <a:endParaRPr dirty="0">
              <a:solidFill>
                <a:schemeClr val="tx1"/>
              </a:solidFill>
              <a:latin typeface="DM Sans" panose="020B0604020202020204" pitchFamily="2" charset="0"/>
              <a:ea typeface="DM Sans" panose="020B0604020202020204" pitchFamily="2" charset="0"/>
              <a:cs typeface="DM Sans" panose="020B0604020202020204" pitchFamily="2" charset="0"/>
              <a:sym typeface="DM Sans" panose="020B0604020202020204" pitchFamily="2" charset="0"/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6295089" y="2339507"/>
            <a:ext cx="2653423" cy="442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chemeClr val="tx1"/>
                </a:solidFill>
              </a:rPr>
              <a:t>CAF Conflict</a:t>
            </a:r>
            <a:endParaRPr sz="2000" b="1" dirty="0">
              <a:solidFill>
                <a:schemeClr val="tx1"/>
              </a:solidFill>
              <a:latin typeface="Montserrat ExtraBold" panose="00000900000000000000" pitchFamily="2" charset="0"/>
              <a:ea typeface="Montserrat ExtraBold" panose="00000900000000000000" pitchFamily="2" charset="0"/>
              <a:cs typeface="Montserrat ExtraBold" panose="00000900000000000000" pitchFamily="2" charset="0"/>
              <a:sym typeface="Montserrat ExtraBold" panose="00000900000000000000" pitchFamily="2" charset="0"/>
            </a:endParaRPr>
          </a:p>
        </p:txBody>
      </p:sp>
      <p:sp>
        <p:nvSpPr>
          <p:cNvPr id="348" name="Google Shape;348;p35"/>
          <p:cNvSpPr txBox="1"/>
          <p:nvPr/>
        </p:nvSpPr>
        <p:spPr>
          <a:xfrm>
            <a:off x="6295089" y="2733331"/>
            <a:ext cx="2380559" cy="524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 Al </a:t>
            </a:r>
            <a:r>
              <a:rPr lang="en-US" dirty="0" err="1">
                <a:solidFill>
                  <a:schemeClr val="tx1"/>
                </a:solidFill>
                <a:latin typeface="DM Sans" panose="020B0604020202020204" pitchFamily="2" charset="0"/>
              </a:rPr>
              <a:t>Ahly</a:t>
            </a: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 &amp; Zamalek schedules are fluid, breaking standard mathematical patterns.</a:t>
            </a:r>
            <a:endParaRPr dirty="0">
              <a:solidFill>
                <a:schemeClr val="tx1"/>
              </a:solidFill>
              <a:latin typeface="DM Sans" panose="020B0604020202020204" pitchFamily="2" charset="0"/>
              <a:ea typeface="DM Sans" panose="020B0604020202020204" pitchFamily="2" charset="0"/>
              <a:cs typeface="DM Sans" panose="020B0604020202020204" pitchFamily="2" charset="0"/>
              <a:sym typeface="DM Sans" panose="020B0604020202020204" pitchFamily="2" charset="0"/>
            </a:endParaRPr>
          </a:p>
        </p:txBody>
      </p:sp>
      <p:cxnSp>
        <p:nvCxnSpPr>
          <p:cNvPr id="9" name="Connector: Elbow 8"/>
          <p:cNvCxnSpPr/>
          <p:nvPr/>
        </p:nvCxnSpPr>
        <p:spPr>
          <a:xfrm rot="5400000">
            <a:off x="2679931" y="512914"/>
            <a:ext cx="594596" cy="3058591"/>
          </a:xfrm>
          <a:prstGeom prst="bentConnector3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Connector: Elbow 14"/>
          <p:cNvCxnSpPr/>
          <p:nvPr/>
        </p:nvCxnSpPr>
        <p:spPr>
          <a:xfrm rot="16200000" flipH="1">
            <a:off x="5766864" y="484570"/>
            <a:ext cx="594596" cy="311527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26" name="Google Shape;4456;p46"/>
          <p:cNvGrpSpPr/>
          <p:nvPr/>
        </p:nvGrpSpPr>
        <p:grpSpPr>
          <a:xfrm>
            <a:off x="4303437" y="2162859"/>
            <a:ext cx="406172" cy="321452"/>
            <a:chOff x="5328475" y="2592950"/>
            <a:chExt cx="435200" cy="344425"/>
          </a:xfrm>
        </p:grpSpPr>
        <p:sp>
          <p:nvSpPr>
            <p:cNvPr id="27" name="Google Shape;4457;p46"/>
            <p:cNvSpPr/>
            <p:nvPr/>
          </p:nvSpPr>
          <p:spPr>
            <a:xfrm>
              <a:off x="5328475" y="2749225"/>
              <a:ext cx="113425" cy="176525"/>
            </a:xfrm>
            <a:custGeom>
              <a:avLst/>
              <a:gdLst/>
              <a:ahLst/>
              <a:cxnLst/>
              <a:rect l="l" t="t" r="r" b="b"/>
              <a:pathLst>
                <a:path w="4537" h="7061">
                  <a:moveTo>
                    <a:pt x="667" y="0"/>
                  </a:moveTo>
                  <a:cubicBezTo>
                    <a:pt x="251" y="357"/>
                    <a:pt x="1" y="881"/>
                    <a:pt x="1" y="1429"/>
                  </a:cubicBezTo>
                  <a:lnTo>
                    <a:pt x="1" y="6549"/>
                  </a:lnTo>
                  <a:cubicBezTo>
                    <a:pt x="1" y="6823"/>
                    <a:pt x="227" y="7061"/>
                    <a:pt x="513" y="7061"/>
                  </a:cubicBezTo>
                  <a:lnTo>
                    <a:pt x="4489" y="7061"/>
                  </a:lnTo>
                  <a:lnTo>
                    <a:pt x="4489" y="3286"/>
                  </a:lnTo>
                  <a:lnTo>
                    <a:pt x="4227" y="3286"/>
                  </a:lnTo>
                  <a:cubicBezTo>
                    <a:pt x="3549" y="3286"/>
                    <a:pt x="3537" y="2274"/>
                    <a:pt x="4215" y="2262"/>
                  </a:cubicBezTo>
                  <a:lnTo>
                    <a:pt x="4501" y="2262"/>
                  </a:lnTo>
                  <a:lnTo>
                    <a:pt x="4501" y="1322"/>
                  </a:lnTo>
                  <a:cubicBezTo>
                    <a:pt x="4501" y="1155"/>
                    <a:pt x="4513" y="988"/>
                    <a:pt x="4537" y="822"/>
                  </a:cubicBezTo>
                  <a:lnTo>
                    <a:pt x="4537" y="822"/>
                  </a:lnTo>
                  <a:cubicBezTo>
                    <a:pt x="4085" y="1180"/>
                    <a:pt x="3542" y="1355"/>
                    <a:pt x="3001" y="1355"/>
                  </a:cubicBezTo>
                  <a:cubicBezTo>
                    <a:pt x="2303" y="1355"/>
                    <a:pt x="1610" y="1064"/>
                    <a:pt x="1120" y="500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458;p46"/>
            <p:cNvSpPr/>
            <p:nvPr/>
          </p:nvSpPr>
          <p:spPr>
            <a:xfrm>
              <a:off x="5353475" y="2604550"/>
              <a:ext cx="98550" cy="113450"/>
            </a:xfrm>
            <a:custGeom>
              <a:avLst/>
              <a:gdLst/>
              <a:ahLst/>
              <a:cxnLst/>
              <a:rect l="l" t="t" r="r" b="b"/>
              <a:pathLst>
                <a:path w="3942" h="4538">
                  <a:moveTo>
                    <a:pt x="1941" y="1"/>
                  </a:moveTo>
                  <a:cubicBezTo>
                    <a:pt x="858" y="1"/>
                    <a:pt x="1" y="918"/>
                    <a:pt x="72" y="1989"/>
                  </a:cubicBezTo>
                  <a:lnTo>
                    <a:pt x="120" y="2835"/>
                  </a:lnTo>
                  <a:cubicBezTo>
                    <a:pt x="215" y="3799"/>
                    <a:pt x="1013" y="4537"/>
                    <a:pt x="1989" y="4537"/>
                  </a:cubicBezTo>
                  <a:cubicBezTo>
                    <a:pt x="2953" y="4537"/>
                    <a:pt x="3763" y="3799"/>
                    <a:pt x="3846" y="2835"/>
                  </a:cubicBezTo>
                  <a:lnTo>
                    <a:pt x="3894" y="1989"/>
                  </a:lnTo>
                  <a:cubicBezTo>
                    <a:pt x="3942" y="1442"/>
                    <a:pt x="3727" y="918"/>
                    <a:pt x="3346" y="537"/>
                  </a:cubicBezTo>
                  <a:cubicBezTo>
                    <a:pt x="2989" y="191"/>
                    <a:pt x="2513" y="1"/>
                    <a:pt x="2013" y="1"/>
                  </a:cubicBezTo>
                  <a:lnTo>
                    <a:pt x="1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459;p46"/>
            <p:cNvSpPr/>
            <p:nvPr/>
          </p:nvSpPr>
          <p:spPr>
            <a:xfrm>
              <a:off x="536747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>
                  <a:moveTo>
                    <a:pt x="0" y="0"/>
                  </a:moveTo>
                  <a:lnTo>
                    <a:pt x="310" y="369"/>
                  </a:lnTo>
                  <a:cubicBezTo>
                    <a:pt x="608" y="703"/>
                    <a:pt x="1018" y="870"/>
                    <a:pt x="1429" y="870"/>
                  </a:cubicBezTo>
                  <a:cubicBezTo>
                    <a:pt x="1840" y="870"/>
                    <a:pt x="2251" y="703"/>
                    <a:pt x="2548" y="369"/>
                  </a:cubicBezTo>
                  <a:lnTo>
                    <a:pt x="28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460;p46"/>
            <p:cNvSpPr/>
            <p:nvPr/>
          </p:nvSpPr>
          <p:spPr>
            <a:xfrm>
              <a:off x="5650250" y="2749825"/>
              <a:ext cx="113425" cy="175925"/>
            </a:xfrm>
            <a:custGeom>
              <a:avLst/>
              <a:gdLst/>
              <a:ahLst/>
              <a:cxnLst/>
              <a:rect l="l" t="t" r="r" b="b"/>
              <a:pathLst>
                <a:path w="4537" h="7037">
                  <a:moveTo>
                    <a:pt x="3179" y="2238"/>
                  </a:moveTo>
                  <a:cubicBezTo>
                    <a:pt x="3429" y="2238"/>
                    <a:pt x="3644" y="2417"/>
                    <a:pt x="3691" y="2655"/>
                  </a:cubicBezTo>
                  <a:cubicBezTo>
                    <a:pt x="3751" y="2977"/>
                    <a:pt x="3513" y="3262"/>
                    <a:pt x="3191" y="3262"/>
                  </a:cubicBezTo>
                  <a:lnTo>
                    <a:pt x="2786" y="3262"/>
                  </a:lnTo>
                  <a:cubicBezTo>
                    <a:pt x="2108" y="3262"/>
                    <a:pt x="2096" y="2250"/>
                    <a:pt x="2774" y="2238"/>
                  </a:cubicBezTo>
                  <a:lnTo>
                    <a:pt x="3179" y="2238"/>
                  </a:lnTo>
                  <a:close/>
                  <a:moveTo>
                    <a:pt x="3870" y="0"/>
                  </a:moveTo>
                  <a:lnTo>
                    <a:pt x="3417" y="500"/>
                  </a:lnTo>
                  <a:cubicBezTo>
                    <a:pt x="2922" y="1056"/>
                    <a:pt x="2231" y="1344"/>
                    <a:pt x="1537" y="1344"/>
                  </a:cubicBezTo>
                  <a:cubicBezTo>
                    <a:pt x="996" y="1344"/>
                    <a:pt x="454" y="1169"/>
                    <a:pt x="0" y="810"/>
                  </a:cubicBezTo>
                  <a:lnTo>
                    <a:pt x="0" y="810"/>
                  </a:lnTo>
                  <a:cubicBezTo>
                    <a:pt x="24" y="976"/>
                    <a:pt x="36" y="1143"/>
                    <a:pt x="36" y="1322"/>
                  </a:cubicBezTo>
                  <a:lnTo>
                    <a:pt x="36" y="7037"/>
                  </a:lnTo>
                  <a:lnTo>
                    <a:pt x="4025" y="7037"/>
                  </a:lnTo>
                  <a:cubicBezTo>
                    <a:pt x="4298" y="7037"/>
                    <a:pt x="4537" y="6799"/>
                    <a:pt x="4537" y="6525"/>
                  </a:cubicBezTo>
                  <a:lnTo>
                    <a:pt x="4537" y="1417"/>
                  </a:lnTo>
                  <a:cubicBezTo>
                    <a:pt x="4525" y="869"/>
                    <a:pt x="4287" y="345"/>
                    <a:pt x="38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461;p46"/>
            <p:cNvSpPr/>
            <p:nvPr/>
          </p:nvSpPr>
          <p:spPr>
            <a:xfrm>
              <a:off x="5640125" y="2604550"/>
              <a:ext cx="97650" cy="114325"/>
            </a:xfrm>
            <a:custGeom>
              <a:avLst/>
              <a:gdLst/>
              <a:ahLst/>
              <a:cxnLst/>
              <a:rect l="l" t="t" r="r" b="b"/>
              <a:pathLst>
                <a:path w="3906" h="4573">
                  <a:moveTo>
                    <a:pt x="1886" y="0"/>
                  </a:moveTo>
                  <a:cubicBezTo>
                    <a:pt x="1413" y="0"/>
                    <a:pt x="954" y="190"/>
                    <a:pt x="608" y="525"/>
                  </a:cubicBezTo>
                  <a:cubicBezTo>
                    <a:pt x="215" y="906"/>
                    <a:pt x="0" y="1442"/>
                    <a:pt x="48" y="1989"/>
                  </a:cubicBezTo>
                  <a:lnTo>
                    <a:pt x="96" y="2799"/>
                  </a:lnTo>
                  <a:cubicBezTo>
                    <a:pt x="143" y="3787"/>
                    <a:pt x="953" y="4561"/>
                    <a:pt x="1941" y="4573"/>
                  </a:cubicBezTo>
                  <a:cubicBezTo>
                    <a:pt x="1949" y="4573"/>
                    <a:pt x="1956" y="4573"/>
                    <a:pt x="1964" y="4573"/>
                  </a:cubicBezTo>
                  <a:cubicBezTo>
                    <a:pt x="2942" y="4573"/>
                    <a:pt x="3763" y="3803"/>
                    <a:pt x="3822" y="2823"/>
                  </a:cubicBezTo>
                  <a:lnTo>
                    <a:pt x="3870" y="1989"/>
                  </a:lnTo>
                  <a:cubicBezTo>
                    <a:pt x="3906" y="1465"/>
                    <a:pt x="3727" y="965"/>
                    <a:pt x="3370" y="596"/>
                  </a:cubicBezTo>
                  <a:cubicBezTo>
                    <a:pt x="3025" y="215"/>
                    <a:pt x="2525" y="1"/>
                    <a:pt x="2013" y="1"/>
                  </a:cubicBezTo>
                  <a:lnTo>
                    <a:pt x="1929" y="1"/>
                  </a:lnTo>
                  <a:cubicBezTo>
                    <a:pt x="1915" y="0"/>
                    <a:pt x="1900" y="0"/>
                    <a:pt x="18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462;p46"/>
            <p:cNvSpPr/>
            <p:nvPr/>
          </p:nvSpPr>
          <p:spPr>
            <a:xfrm>
              <a:off x="565322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>
                  <a:moveTo>
                    <a:pt x="0" y="0"/>
                  </a:moveTo>
                  <a:lnTo>
                    <a:pt x="322" y="369"/>
                  </a:lnTo>
                  <a:cubicBezTo>
                    <a:pt x="619" y="703"/>
                    <a:pt x="1030" y="870"/>
                    <a:pt x="1439" y="870"/>
                  </a:cubicBezTo>
                  <a:cubicBezTo>
                    <a:pt x="1849" y="870"/>
                    <a:pt x="2257" y="703"/>
                    <a:pt x="2548" y="369"/>
                  </a:cubicBezTo>
                  <a:lnTo>
                    <a:pt x="28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463;p46"/>
            <p:cNvSpPr/>
            <p:nvPr/>
          </p:nvSpPr>
          <p:spPr>
            <a:xfrm>
              <a:off x="5465400" y="2746550"/>
              <a:ext cx="160450" cy="190825"/>
            </a:xfrm>
            <a:custGeom>
              <a:avLst/>
              <a:gdLst/>
              <a:ahLst/>
              <a:cxnLst/>
              <a:rect l="l" t="t" r="r" b="b"/>
              <a:pathLst>
                <a:path w="6418" h="7633">
                  <a:moveTo>
                    <a:pt x="5010" y="2547"/>
                  </a:moveTo>
                  <a:cubicBezTo>
                    <a:pt x="5669" y="2547"/>
                    <a:pt x="5676" y="3561"/>
                    <a:pt x="5011" y="3561"/>
                  </a:cubicBezTo>
                  <a:cubicBezTo>
                    <a:pt x="5000" y="3561"/>
                    <a:pt x="4989" y="3561"/>
                    <a:pt x="4977" y="3560"/>
                  </a:cubicBezTo>
                  <a:lnTo>
                    <a:pt x="4537" y="3560"/>
                  </a:lnTo>
                  <a:cubicBezTo>
                    <a:pt x="4287" y="3560"/>
                    <a:pt x="4072" y="3381"/>
                    <a:pt x="4025" y="3143"/>
                  </a:cubicBezTo>
                  <a:cubicBezTo>
                    <a:pt x="3977" y="2834"/>
                    <a:pt x="4215" y="2548"/>
                    <a:pt x="4525" y="2548"/>
                  </a:cubicBezTo>
                  <a:lnTo>
                    <a:pt x="4965" y="2548"/>
                  </a:lnTo>
                  <a:cubicBezTo>
                    <a:pt x="4981" y="2547"/>
                    <a:pt x="4995" y="2547"/>
                    <a:pt x="5010" y="2547"/>
                  </a:cubicBezTo>
                  <a:close/>
                  <a:moveTo>
                    <a:pt x="703" y="0"/>
                  </a:moveTo>
                  <a:cubicBezTo>
                    <a:pt x="262" y="357"/>
                    <a:pt x="0" y="893"/>
                    <a:pt x="0" y="1453"/>
                  </a:cubicBezTo>
                  <a:lnTo>
                    <a:pt x="0" y="7132"/>
                  </a:lnTo>
                  <a:cubicBezTo>
                    <a:pt x="0" y="7406"/>
                    <a:pt x="227" y="7632"/>
                    <a:pt x="512" y="7632"/>
                  </a:cubicBezTo>
                  <a:lnTo>
                    <a:pt x="5918" y="7632"/>
                  </a:lnTo>
                  <a:cubicBezTo>
                    <a:pt x="6192" y="7632"/>
                    <a:pt x="6418" y="7406"/>
                    <a:pt x="6418" y="7132"/>
                  </a:cubicBezTo>
                  <a:lnTo>
                    <a:pt x="6418" y="1465"/>
                  </a:lnTo>
                  <a:cubicBezTo>
                    <a:pt x="6418" y="893"/>
                    <a:pt x="6168" y="357"/>
                    <a:pt x="5715" y="0"/>
                  </a:cubicBezTo>
                  <a:lnTo>
                    <a:pt x="5192" y="607"/>
                  </a:lnTo>
                  <a:cubicBezTo>
                    <a:pt x="4668" y="1203"/>
                    <a:pt x="3941" y="1500"/>
                    <a:pt x="3215" y="1500"/>
                  </a:cubicBezTo>
                  <a:cubicBezTo>
                    <a:pt x="2489" y="1500"/>
                    <a:pt x="1763" y="1203"/>
                    <a:pt x="1239" y="607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464;p46"/>
            <p:cNvSpPr/>
            <p:nvPr/>
          </p:nvSpPr>
          <p:spPr>
            <a:xfrm>
              <a:off x="5492475" y="2592950"/>
              <a:ext cx="106600" cy="123550"/>
            </a:xfrm>
            <a:custGeom>
              <a:avLst/>
              <a:gdLst/>
              <a:ahLst/>
              <a:cxnLst/>
              <a:rect l="l" t="t" r="r" b="b"/>
              <a:pathLst>
                <a:path w="4264" h="4942">
                  <a:moveTo>
                    <a:pt x="2085" y="1"/>
                  </a:moveTo>
                  <a:cubicBezTo>
                    <a:pt x="918" y="1"/>
                    <a:pt x="1" y="977"/>
                    <a:pt x="72" y="2144"/>
                  </a:cubicBezTo>
                  <a:lnTo>
                    <a:pt x="120" y="3037"/>
                  </a:lnTo>
                  <a:cubicBezTo>
                    <a:pt x="191" y="4108"/>
                    <a:pt x="1073" y="4942"/>
                    <a:pt x="2144" y="4942"/>
                  </a:cubicBezTo>
                  <a:cubicBezTo>
                    <a:pt x="3216" y="4942"/>
                    <a:pt x="4097" y="4108"/>
                    <a:pt x="4168" y="3037"/>
                  </a:cubicBezTo>
                  <a:lnTo>
                    <a:pt x="4228" y="2144"/>
                  </a:lnTo>
                  <a:cubicBezTo>
                    <a:pt x="4263" y="1584"/>
                    <a:pt x="4061" y="1048"/>
                    <a:pt x="3680" y="643"/>
                  </a:cubicBezTo>
                  <a:cubicBezTo>
                    <a:pt x="3299" y="227"/>
                    <a:pt x="2763" y="1"/>
                    <a:pt x="2204" y="1"/>
                  </a:cubicBezTo>
                  <a:lnTo>
                    <a:pt x="20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465;p46"/>
            <p:cNvSpPr/>
            <p:nvPr/>
          </p:nvSpPr>
          <p:spPr>
            <a:xfrm>
              <a:off x="5506775" y="2734625"/>
              <a:ext cx="78600" cy="23775"/>
            </a:xfrm>
            <a:custGeom>
              <a:avLst/>
              <a:gdLst/>
              <a:ahLst/>
              <a:cxnLst/>
              <a:rect l="l" t="t" r="r" b="b"/>
              <a:pathLst>
                <a:path w="3144" h="951">
                  <a:moveTo>
                    <a:pt x="0" y="1"/>
                  </a:moveTo>
                  <a:lnTo>
                    <a:pt x="358" y="406"/>
                  </a:lnTo>
                  <a:cubicBezTo>
                    <a:pt x="679" y="769"/>
                    <a:pt x="1126" y="950"/>
                    <a:pt x="1572" y="950"/>
                  </a:cubicBezTo>
                  <a:cubicBezTo>
                    <a:pt x="2019" y="950"/>
                    <a:pt x="2465" y="769"/>
                    <a:pt x="2787" y="406"/>
                  </a:cubicBezTo>
                  <a:lnTo>
                    <a:pt x="314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0; 0.2,0.5; 0.8,0.5; 1,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" grpId="0"/>
      <p:bldP spid="344" grpId="0"/>
      <p:bldP spid="345" grpId="0"/>
      <p:bldP spid="346" grpId="0"/>
      <p:bldP spid="347" grpId="0"/>
      <p:bldP spid="3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>
            <a:spLocks noGrp="1" noEditPoints="1"/>
          </p:cNvSpPr>
          <p:nvPr>
            <p:ph type="title"/>
          </p:nvPr>
        </p:nvSpPr>
        <p:spPr>
          <a:xfrm>
            <a:off x="2083724" y="1527636"/>
            <a:ext cx="5731347" cy="965729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DATA</a:t>
            </a:r>
          </a:p>
        </p:txBody>
      </p:sp>
      <p:sp>
        <p:nvSpPr>
          <p:cNvPr id="331" name="Google Shape;331;p34"/>
          <p:cNvSpPr>
            <a:spLocks noGrp="1" noEditPoints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30" name="Google Shape;330;p34"/>
          <p:cNvSpPr>
            <a:spLocks noGrp="1" noEditPoints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/>
            <a:r>
              <a:rPr lang="en-US" b="1" dirty="0"/>
              <a:t>Data And Preprocessing</a:t>
            </a:r>
          </a:p>
        </p:txBody>
      </p:sp>
      <p:grpSp>
        <p:nvGrpSpPr>
          <p:cNvPr id="332" name="Google Shape;332;p34"/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cxnSp>
        <p:nvCxnSpPr>
          <p:cNvPr id="336" name="Google Shape;336;p34"/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 noEditPoints="1" noChangeArrowheads="1"/>
          </p:cNvSpPr>
          <p:nvPr>
            <p:ph type="subTitle" idx="1"/>
          </p:nvPr>
        </p:nvSpPr>
        <p:spPr bwMode="auto">
          <a:xfrm>
            <a:off x="474673" y="1172620"/>
            <a:ext cx="8050620" cy="21698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00" b="1" dirty="0"/>
              <a:t>Sources:</a:t>
            </a:r>
            <a:r>
              <a:rPr lang="en-US" sz="1800" dirty="0"/>
              <a:t> Automated Web Scraping to ensure real-time accuracy and consistency </a:t>
            </a:r>
            <a:r>
              <a:rPr lang="en-US" sz="1800" b="1" dirty="0"/>
              <a:t>Integration:</a:t>
            </a:r>
            <a:r>
              <a:rPr lang="en-US" sz="1800" dirty="0"/>
              <a:t> Exported data into spreadsheets for data processing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00" b="1" dirty="0"/>
              <a:t>Historical Benchmarking:</a:t>
            </a:r>
            <a:r>
              <a:rPr lang="en-US" sz="1800" dirty="0"/>
              <a:t> Collected past season data to measure improvements and efficiency.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M Sans" panose="020B0604020202020204" pitchFamily="2" charset="0"/>
            </a:endParaRPr>
          </a:p>
        </p:txBody>
      </p:sp>
      <p:sp>
        <p:nvSpPr>
          <p:cNvPr id="314" name="Google Shape;314;p32"/>
          <p:cNvSpPr>
            <a:spLocks noGrp="1" noEditPoints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dirty="0"/>
              <a:t>Data Collection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ABAFA-C27B-FF29-D877-D3B27E7DE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8">
            <a:extLst>
              <a:ext uri="{FF2B5EF4-FFF2-40B4-BE49-F238E27FC236}">
                <a16:creationId xmlns:a16="http://schemas.microsoft.com/office/drawing/2014/main" id="{73E241C6-57BD-1D99-F633-EF6DD99274C4}"/>
              </a:ext>
            </a:extLst>
          </p:cNvPr>
          <p:cNvSpPr>
            <a:spLocks noGrp="1" noEditPoints="1"/>
          </p:cNvSpPr>
          <p:nvPr>
            <p:ph type="title"/>
          </p:nvPr>
        </p:nvSpPr>
        <p:spPr>
          <a:xfrm>
            <a:off x="246451" y="4329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dirty="0"/>
              <a:t>Data Architecture</a:t>
            </a:r>
            <a:endParaRPr dirty="0"/>
          </a:p>
        </p:txBody>
      </p:sp>
      <p:sp>
        <p:nvSpPr>
          <p:cNvPr id="418" name="Google Shape;418;p38">
            <a:extLst>
              <a:ext uri="{FF2B5EF4-FFF2-40B4-BE49-F238E27FC236}">
                <a16:creationId xmlns:a16="http://schemas.microsoft.com/office/drawing/2014/main" id="{100421B5-D0C3-2D78-C39F-CEC8B38C15A7}"/>
              </a:ext>
            </a:extLst>
          </p:cNvPr>
          <p:cNvSpPr>
            <a:spLocks noGrp="1" noEditPoints="1"/>
          </p:cNvSpPr>
          <p:nvPr>
            <p:ph type="subTitle" idx="1"/>
          </p:nvPr>
        </p:nvSpPr>
        <p:spPr>
          <a:xfrm>
            <a:off x="304942" y="196262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/>
            <a:r>
              <a:rPr lang="en-US" dirty="0"/>
              <a:t>Administrative details &amp; Home venues</a:t>
            </a:r>
            <a:endParaRPr dirty="0"/>
          </a:p>
        </p:txBody>
      </p:sp>
      <p:sp>
        <p:nvSpPr>
          <p:cNvPr id="415" name="Google Shape;415;p38">
            <a:extLst>
              <a:ext uri="{FF2B5EF4-FFF2-40B4-BE49-F238E27FC236}">
                <a16:creationId xmlns:a16="http://schemas.microsoft.com/office/drawing/2014/main" id="{90AA3C44-3E5A-AB1C-69F8-FA6CC199BB7D}"/>
              </a:ext>
            </a:extLst>
          </p:cNvPr>
          <p:cNvSpPr>
            <a:spLocks noGrp="1" noEditPoints="1"/>
          </p:cNvSpPr>
          <p:nvPr>
            <p:ph type="subTitle" idx="2"/>
          </p:nvPr>
        </p:nvSpPr>
        <p:spPr>
          <a:xfrm>
            <a:off x="2991688" y="1933883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/>
            <a:r>
              <a:rPr lang="en-US" dirty="0"/>
              <a:t>Locations, Capacities &amp; Floodlight availability</a:t>
            </a:r>
            <a:endParaRPr dirty="0"/>
          </a:p>
        </p:txBody>
      </p:sp>
      <p:sp>
        <p:nvSpPr>
          <p:cNvPr id="419" name="Google Shape;419;p38">
            <a:extLst>
              <a:ext uri="{FF2B5EF4-FFF2-40B4-BE49-F238E27FC236}">
                <a16:creationId xmlns:a16="http://schemas.microsoft.com/office/drawing/2014/main" id="{1C3961A2-8845-CED8-95DC-F2066492B162}"/>
              </a:ext>
            </a:extLst>
          </p:cNvPr>
          <p:cNvSpPr>
            <a:spLocks noGrp="1" noEditPoints="1"/>
          </p:cNvSpPr>
          <p:nvPr>
            <p:ph type="subTitle" idx="3"/>
          </p:nvPr>
        </p:nvSpPr>
        <p:spPr>
          <a:xfrm>
            <a:off x="534357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/>
            <a:r>
              <a:rPr lang="en-US" dirty="0"/>
              <a:t>Forced Venues</a:t>
            </a:r>
            <a:endParaRPr dirty="0"/>
          </a:p>
        </p:txBody>
      </p:sp>
      <p:sp>
        <p:nvSpPr>
          <p:cNvPr id="420" name="Google Shape;420;p38">
            <a:extLst>
              <a:ext uri="{FF2B5EF4-FFF2-40B4-BE49-F238E27FC236}">
                <a16:creationId xmlns:a16="http://schemas.microsoft.com/office/drawing/2014/main" id="{66A37B69-DA5E-8A92-81C5-05F3387FB442}"/>
              </a:ext>
            </a:extLst>
          </p:cNvPr>
          <p:cNvSpPr>
            <a:spLocks noGrp="1" noEditPoints="1"/>
          </p:cNvSpPr>
          <p:nvPr>
            <p:ph type="subTitle" idx="4"/>
          </p:nvPr>
        </p:nvSpPr>
        <p:spPr>
          <a:xfrm>
            <a:off x="3433789" y="3631457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/>
            <a:r>
              <a:rPr lang="en-US" dirty="0"/>
              <a:t>CAF days &amp; Travel Buffers , FIFA Days</a:t>
            </a:r>
            <a:endParaRPr dirty="0"/>
          </a:p>
        </p:txBody>
      </p:sp>
      <p:sp>
        <p:nvSpPr>
          <p:cNvPr id="416" name="Google Shape;416;p38">
            <a:extLst>
              <a:ext uri="{FF2B5EF4-FFF2-40B4-BE49-F238E27FC236}">
                <a16:creationId xmlns:a16="http://schemas.microsoft.com/office/drawing/2014/main" id="{85EA104D-B647-45A4-1475-E65F08768872}"/>
              </a:ext>
            </a:extLst>
          </p:cNvPr>
          <p:cNvSpPr>
            <a:spLocks noGrp="1" noEditPoints="1"/>
          </p:cNvSpPr>
          <p:nvPr>
            <p:ph type="subTitle" idx="5"/>
          </p:nvPr>
        </p:nvSpPr>
        <p:spPr>
          <a:xfrm>
            <a:off x="5689060" y="1976183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/>
            <a:r>
              <a:rPr lang="en-US" dirty="0"/>
              <a:t>Every available "Slot" (Date + Time)</a:t>
            </a:r>
            <a:endParaRPr dirty="0"/>
          </a:p>
        </p:txBody>
      </p:sp>
      <p:sp>
        <p:nvSpPr>
          <p:cNvPr id="421" name="Google Shape;421;p38">
            <a:extLst>
              <a:ext uri="{FF2B5EF4-FFF2-40B4-BE49-F238E27FC236}">
                <a16:creationId xmlns:a16="http://schemas.microsoft.com/office/drawing/2014/main" id="{5AADF91F-9B94-5DCC-BE66-42A9F5AF06BE}"/>
              </a:ext>
            </a:extLst>
          </p:cNvPr>
          <p:cNvSpPr>
            <a:spLocks noGrp="1" noEditPoints="1"/>
          </p:cNvSpPr>
          <p:nvPr>
            <p:ph type="subTitle" idx="6"/>
          </p:nvPr>
        </p:nvSpPr>
        <p:spPr>
          <a:xfrm>
            <a:off x="6073514" y="3373550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/>
            <a:r>
              <a:rPr lang="en-US" dirty="0"/>
              <a:t>KM distance between every 2 nodes</a:t>
            </a:r>
            <a:endParaRPr dirty="0"/>
          </a:p>
        </p:txBody>
      </p:sp>
      <p:sp>
        <p:nvSpPr>
          <p:cNvPr id="422" name="Google Shape;422;p38">
            <a:extLst>
              <a:ext uri="{FF2B5EF4-FFF2-40B4-BE49-F238E27FC236}">
                <a16:creationId xmlns:a16="http://schemas.microsoft.com/office/drawing/2014/main" id="{5B3CAB97-0008-67D7-77EC-2857C643D0F6}"/>
              </a:ext>
            </a:extLst>
          </p:cNvPr>
          <p:cNvSpPr>
            <a:spLocks noGrp="1" noEditPoints="1"/>
          </p:cNvSpPr>
          <p:nvPr>
            <p:ph type="subTitle" idx="7"/>
          </p:nvPr>
        </p:nvSpPr>
        <p:spPr>
          <a:xfrm>
            <a:off x="534357" y="1623225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dirty="0"/>
              <a:t>Teams</a:t>
            </a:r>
            <a:endParaRPr dirty="0"/>
          </a:p>
        </p:txBody>
      </p:sp>
      <p:sp>
        <p:nvSpPr>
          <p:cNvPr id="423" name="Google Shape;423;p38">
            <a:extLst>
              <a:ext uri="{FF2B5EF4-FFF2-40B4-BE49-F238E27FC236}">
                <a16:creationId xmlns:a16="http://schemas.microsoft.com/office/drawing/2014/main" id="{83D76BDC-42C5-F42C-D678-3B4D7FF6AE05}"/>
              </a:ext>
            </a:extLst>
          </p:cNvPr>
          <p:cNvSpPr>
            <a:spLocks noGrp="1" noEditPoints="1"/>
          </p:cNvSpPr>
          <p:nvPr>
            <p:ph type="subTitle" idx="8"/>
          </p:nvPr>
        </p:nvSpPr>
        <p:spPr>
          <a:xfrm>
            <a:off x="3433789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dirty="0"/>
              <a:t>Stadiums</a:t>
            </a:r>
            <a:endParaRPr dirty="0"/>
          </a:p>
        </p:txBody>
      </p:sp>
      <p:sp>
        <p:nvSpPr>
          <p:cNvPr id="424" name="Google Shape;424;p38">
            <a:extLst>
              <a:ext uri="{FF2B5EF4-FFF2-40B4-BE49-F238E27FC236}">
                <a16:creationId xmlns:a16="http://schemas.microsoft.com/office/drawing/2014/main" id="{CFA34598-FA5C-7E6E-423A-432FF31EA52D}"/>
              </a:ext>
            </a:extLst>
          </p:cNvPr>
          <p:cNvSpPr>
            <a:spLocks noGrp="1" noEditPoints="1"/>
          </p:cNvSpPr>
          <p:nvPr>
            <p:ph type="subTitle" idx="9"/>
          </p:nvPr>
        </p:nvSpPr>
        <p:spPr>
          <a:xfrm>
            <a:off x="534356" y="3007025"/>
            <a:ext cx="2513195" cy="429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dirty="0"/>
              <a:t>Security Matrix</a:t>
            </a:r>
            <a:endParaRPr dirty="0"/>
          </a:p>
        </p:txBody>
      </p:sp>
      <p:sp>
        <p:nvSpPr>
          <p:cNvPr id="425" name="Google Shape;425;p38">
            <a:extLst>
              <a:ext uri="{FF2B5EF4-FFF2-40B4-BE49-F238E27FC236}">
                <a16:creationId xmlns:a16="http://schemas.microsoft.com/office/drawing/2014/main" id="{D5B58838-DBC9-D4AC-FAC0-001E43F39055}"/>
              </a:ext>
            </a:extLst>
          </p:cNvPr>
          <p:cNvSpPr>
            <a:spLocks noGrp="1" noEditPoints="1"/>
          </p:cNvSpPr>
          <p:nvPr>
            <p:ph type="subTitle" idx="13"/>
          </p:nvPr>
        </p:nvSpPr>
        <p:spPr>
          <a:xfrm>
            <a:off x="3433789" y="3364468"/>
            <a:ext cx="2019160" cy="429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dirty="0"/>
              <a:t>Continental Blockers</a:t>
            </a:r>
            <a:endParaRPr dirty="0"/>
          </a:p>
        </p:txBody>
      </p:sp>
      <p:sp>
        <p:nvSpPr>
          <p:cNvPr id="426" name="Google Shape;426;p38">
            <a:extLst>
              <a:ext uri="{FF2B5EF4-FFF2-40B4-BE49-F238E27FC236}">
                <a16:creationId xmlns:a16="http://schemas.microsoft.com/office/drawing/2014/main" id="{B0F4E9E0-C3E7-BE11-E698-0B7D17578262}"/>
              </a:ext>
            </a:extLst>
          </p:cNvPr>
          <p:cNvSpPr>
            <a:spLocks noGrp="1" noEditPoints="1"/>
          </p:cNvSpPr>
          <p:nvPr>
            <p:ph type="subTitle" idx="14"/>
          </p:nvPr>
        </p:nvSpPr>
        <p:spPr>
          <a:xfrm>
            <a:off x="6073513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dirty="0"/>
              <a:t>Calendar</a:t>
            </a:r>
            <a:endParaRPr dirty="0"/>
          </a:p>
        </p:txBody>
      </p:sp>
      <p:sp>
        <p:nvSpPr>
          <p:cNvPr id="427" name="Google Shape;427;p38">
            <a:extLst>
              <a:ext uri="{FF2B5EF4-FFF2-40B4-BE49-F238E27FC236}">
                <a16:creationId xmlns:a16="http://schemas.microsoft.com/office/drawing/2014/main" id="{DCD43322-F8AF-EF1F-D251-C4A9BCDEF98D}"/>
              </a:ext>
            </a:extLst>
          </p:cNvPr>
          <p:cNvSpPr>
            <a:spLocks noGrp="1" noEditPoints="1"/>
          </p:cNvSpPr>
          <p:nvPr>
            <p:ph type="subTitle" idx="15"/>
          </p:nvPr>
        </p:nvSpPr>
        <p:spPr>
          <a:xfrm>
            <a:off x="6073513" y="3024050"/>
            <a:ext cx="2655110" cy="429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dirty="0"/>
              <a:t>Distance Matrix</a:t>
            </a:r>
            <a:endParaRPr dirty="0"/>
          </a:p>
        </p:txBody>
      </p:sp>
      <p:grpSp>
        <p:nvGrpSpPr>
          <p:cNvPr id="2" name="Google Shape;4456;p46">
            <a:extLst>
              <a:ext uri="{FF2B5EF4-FFF2-40B4-BE49-F238E27FC236}">
                <a16:creationId xmlns:a16="http://schemas.microsoft.com/office/drawing/2014/main" id="{0701FE96-CDDC-C6B1-5025-63C9EBC76E94}"/>
              </a:ext>
            </a:extLst>
          </p:cNvPr>
          <p:cNvGrpSpPr/>
          <p:nvPr/>
        </p:nvGrpSpPr>
        <p:grpSpPr>
          <a:xfrm>
            <a:off x="187203" y="1623225"/>
            <a:ext cx="347153" cy="275615"/>
            <a:chOff x="5328475" y="2592950"/>
            <a:chExt cx="435200" cy="344425"/>
          </a:xfrm>
        </p:grpSpPr>
        <p:sp>
          <p:nvSpPr>
            <p:cNvPr id="3" name="Google Shape;4457;p46">
              <a:extLst>
                <a:ext uri="{FF2B5EF4-FFF2-40B4-BE49-F238E27FC236}">
                  <a16:creationId xmlns:a16="http://schemas.microsoft.com/office/drawing/2014/main" id="{C0057DC7-5B45-B3BA-5448-D9CD22CA3413}"/>
                </a:ext>
              </a:extLst>
            </p:cNvPr>
            <p:cNvSpPr/>
            <p:nvPr/>
          </p:nvSpPr>
          <p:spPr>
            <a:xfrm>
              <a:off x="5328475" y="2749225"/>
              <a:ext cx="113425" cy="176525"/>
            </a:xfrm>
            <a:custGeom>
              <a:avLst/>
              <a:gdLst/>
              <a:ahLst/>
              <a:cxnLst/>
              <a:rect l="l" t="t" r="r" b="b"/>
              <a:pathLst>
                <a:path w="4537" h="7061">
                  <a:moveTo>
                    <a:pt x="667" y="0"/>
                  </a:moveTo>
                  <a:cubicBezTo>
                    <a:pt x="251" y="357"/>
                    <a:pt x="1" y="881"/>
                    <a:pt x="1" y="1429"/>
                  </a:cubicBezTo>
                  <a:lnTo>
                    <a:pt x="1" y="6549"/>
                  </a:lnTo>
                  <a:cubicBezTo>
                    <a:pt x="1" y="6823"/>
                    <a:pt x="227" y="7061"/>
                    <a:pt x="513" y="7061"/>
                  </a:cubicBezTo>
                  <a:lnTo>
                    <a:pt x="4489" y="7061"/>
                  </a:lnTo>
                  <a:lnTo>
                    <a:pt x="4489" y="3286"/>
                  </a:lnTo>
                  <a:lnTo>
                    <a:pt x="4227" y="3286"/>
                  </a:lnTo>
                  <a:cubicBezTo>
                    <a:pt x="3549" y="3286"/>
                    <a:pt x="3537" y="2274"/>
                    <a:pt x="4215" y="2262"/>
                  </a:cubicBezTo>
                  <a:lnTo>
                    <a:pt x="4501" y="2262"/>
                  </a:lnTo>
                  <a:lnTo>
                    <a:pt x="4501" y="1322"/>
                  </a:lnTo>
                  <a:cubicBezTo>
                    <a:pt x="4501" y="1155"/>
                    <a:pt x="4513" y="988"/>
                    <a:pt x="4537" y="822"/>
                  </a:cubicBezTo>
                  <a:lnTo>
                    <a:pt x="4537" y="822"/>
                  </a:lnTo>
                  <a:cubicBezTo>
                    <a:pt x="4085" y="1180"/>
                    <a:pt x="3542" y="1355"/>
                    <a:pt x="3001" y="1355"/>
                  </a:cubicBezTo>
                  <a:cubicBezTo>
                    <a:pt x="2303" y="1355"/>
                    <a:pt x="1610" y="1064"/>
                    <a:pt x="1120" y="500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458;p46">
              <a:extLst>
                <a:ext uri="{FF2B5EF4-FFF2-40B4-BE49-F238E27FC236}">
                  <a16:creationId xmlns:a16="http://schemas.microsoft.com/office/drawing/2014/main" id="{B6FAF958-E78E-3434-7A29-428A7BA0A806}"/>
                </a:ext>
              </a:extLst>
            </p:cNvPr>
            <p:cNvSpPr/>
            <p:nvPr/>
          </p:nvSpPr>
          <p:spPr>
            <a:xfrm>
              <a:off x="5353475" y="2604550"/>
              <a:ext cx="98550" cy="113450"/>
            </a:xfrm>
            <a:custGeom>
              <a:avLst/>
              <a:gdLst/>
              <a:ahLst/>
              <a:cxnLst/>
              <a:rect l="l" t="t" r="r" b="b"/>
              <a:pathLst>
                <a:path w="3942" h="4538">
                  <a:moveTo>
                    <a:pt x="1941" y="1"/>
                  </a:moveTo>
                  <a:cubicBezTo>
                    <a:pt x="858" y="1"/>
                    <a:pt x="1" y="918"/>
                    <a:pt x="72" y="1989"/>
                  </a:cubicBezTo>
                  <a:lnTo>
                    <a:pt x="120" y="2835"/>
                  </a:lnTo>
                  <a:cubicBezTo>
                    <a:pt x="215" y="3799"/>
                    <a:pt x="1013" y="4537"/>
                    <a:pt x="1989" y="4537"/>
                  </a:cubicBezTo>
                  <a:cubicBezTo>
                    <a:pt x="2953" y="4537"/>
                    <a:pt x="3763" y="3799"/>
                    <a:pt x="3846" y="2835"/>
                  </a:cubicBezTo>
                  <a:lnTo>
                    <a:pt x="3894" y="1989"/>
                  </a:lnTo>
                  <a:cubicBezTo>
                    <a:pt x="3942" y="1442"/>
                    <a:pt x="3727" y="918"/>
                    <a:pt x="3346" y="537"/>
                  </a:cubicBezTo>
                  <a:cubicBezTo>
                    <a:pt x="2989" y="191"/>
                    <a:pt x="2513" y="1"/>
                    <a:pt x="2013" y="1"/>
                  </a:cubicBezTo>
                  <a:lnTo>
                    <a:pt x="1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459;p46">
              <a:extLst>
                <a:ext uri="{FF2B5EF4-FFF2-40B4-BE49-F238E27FC236}">
                  <a16:creationId xmlns:a16="http://schemas.microsoft.com/office/drawing/2014/main" id="{231C260E-7C2B-A092-6D9A-EC63A241824E}"/>
                </a:ext>
              </a:extLst>
            </p:cNvPr>
            <p:cNvSpPr/>
            <p:nvPr/>
          </p:nvSpPr>
          <p:spPr>
            <a:xfrm>
              <a:off x="536747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>
                  <a:moveTo>
                    <a:pt x="0" y="0"/>
                  </a:moveTo>
                  <a:lnTo>
                    <a:pt x="310" y="369"/>
                  </a:lnTo>
                  <a:cubicBezTo>
                    <a:pt x="608" y="703"/>
                    <a:pt x="1018" y="870"/>
                    <a:pt x="1429" y="870"/>
                  </a:cubicBezTo>
                  <a:cubicBezTo>
                    <a:pt x="1840" y="870"/>
                    <a:pt x="2251" y="703"/>
                    <a:pt x="2548" y="369"/>
                  </a:cubicBezTo>
                  <a:lnTo>
                    <a:pt x="28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460;p46">
              <a:extLst>
                <a:ext uri="{FF2B5EF4-FFF2-40B4-BE49-F238E27FC236}">
                  <a16:creationId xmlns:a16="http://schemas.microsoft.com/office/drawing/2014/main" id="{E8E10C03-D974-8E71-639F-70D9B780C5B7}"/>
                </a:ext>
              </a:extLst>
            </p:cNvPr>
            <p:cNvSpPr/>
            <p:nvPr/>
          </p:nvSpPr>
          <p:spPr>
            <a:xfrm>
              <a:off x="5650250" y="2749825"/>
              <a:ext cx="113425" cy="175925"/>
            </a:xfrm>
            <a:custGeom>
              <a:avLst/>
              <a:gdLst/>
              <a:ahLst/>
              <a:cxnLst/>
              <a:rect l="l" t="t" r="r" b="b"/>
              <a:pathLst>
                <a:path w="4537" h="7037">
                  <a:moveTo>
                    <a:pt x="3179" y="2238"/>
                  </a:moveTo>
                  <a:cubicBezTo>
                    <a:pt x="3429" y="2238"/>
                    <a:pt x="3644" y="2417"/>
                    <a:pt x="3691" y="2655"/>
                  </a:cubicBezTo>
                  <a:cubicBezTo>
                    <a:pt x="3751" y="2977"/>
                    <a:pt x="3513" y="3262"/>
                    <a:pt x="3191" y="3262"/>
                  </a:cubicBezTo>
                  <a:lnTo>
                    <a:pt x="2786" y="3262"/>
                  </a:lnTo>
                  <a:cubicBezTo>
                    <a:pt x="2108" y="3262"/>
                    <a:pt x="2096" y="2250"/>
                    <a:pt x="2774" y="2238"/>
                  </a:cubicBezTo>
                  <a:lnTo>
                    <a:pt x="3179" y="2238"/>
                  </a:lnTo>
                  <a:close/>
                  <a:moveTo>
                    <a:pt x="3870" y="0"/>
                  </a:moveTo>
                  <a:lnTo>
                    <a:pt x="3417" y="500"/>
                  </a:lnTo>
                  <a:cubicBezTo>
                    <a:pt x="2922" y="1056"/>
                    <a:pt x="2231" y="1344"/>
                    <a:pt x="1537" y="1344"/>
                  </a:cubicBezTo>
                  <a:cubicBezTo>
                    <a:pt x="996" y="1344"/>
                    <a:pt x="454" y="1169"/>
                    <a:pt x="0" y="810"/>
                  </a:cubicBezTo>
                  <a:lnTo>
                    <a:pt x="0" y="810"/>
                  </a:lnTo>
                  <a:cubicBezTo>
                    <a:pt x="24" y="976"/>
                    <a:pt x="36" y="1143"/>
                    <a:pt x="36" y="1322"/>
                  </a:cubicBezTo>
                  <a:lnTo>
                    <a:pt x="36" y="7037"/>
                  </a:lnTo>
                  <a:lnTo>
                    <a:pt x="4025" y="7037"/>
                  </a:lnTo>
                  <a:cubicBezTo>
                    <a:pt x="4298" y="7037"/>
                    <a:pt x="4537" y="6799"/>
                    <a:pt x="4537" y="6525"/>
                  </a:cubicBezTo>
                  <a:lnTo>
                    <a:pt x="4537" y="1417"/>
                  </a:lnTo>
                  <a:cubicBezTo>
                    <a:pt x="4525" y="869"/>
                    <a:pt x="4287" y="345"/>
                    <a:pt x="38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461;p46">
              <a:extLst>
                <a:ext uri="{FF2B5EF4-FFF2-40B4-BE49-F238E27FC236}">
                  <a16:creationId xmlns:a16="http://schemas.microsoft.com/office/drawing/2014/main" id="{C8C789C1-B4B1-C4AF-963F-B43512ED8B33}"/>
                </a:ext>
              </a:extLst>
            </p:cNvPr>
            <p:cNvSpPr/>
            <p:nvPr/>
          </p:nvSpPr>
          <p:spPr>
            <a:xfrm>
              <a:off x="5640125" y="2604550"/>
              <a:ext cx="97650" cy="114325"/>
            </a:xfrm>
            <a:custGeom>
              <a:avLst/>
              <a:gdLst/>
              <a:ahLst/>
              <a:cxnLst/>
              <a:rect l="l" t="t" r="r" b="b"/>
              <a:pathLst>
                <a:path w="3906" h="4573">
                  <a:moveTo>
                    <a:pt x="1886" y="0"/>
                  </a:moveTo>
                  <a:cubicBezTo>
                    <a:pt x="1413" y="0"/>
                    <a:pt x="954" y="190"/>
                    <a:pt x="608" y="525"/>
                  </a:cubicBezTo>
                  <a:cubicBezTo>
                    <a:pt x="215" y="906"/>
                    <a:pt x="0" y="1442"/>
                    <a:pt x="48" y="1989"/>
                  </a:cubicBezTo>
                  <a:lnTo>
                    <a:pt x="96" y="2799"/>
                  </a:lnTo>
                  <a:cubicBezTo>
                    <a:pt x="143" y="3787"/>
                    <a:pt x="953" y="4561"/>
                    <a:pt x="1941" y="4573"/>
                  </a:cubicBezTo>
                  <a:cubicBezTo>
                    <a:pt x="1949" y="4573"/>
                    <a:pt x="1956" y="4573"/>
                    <a:pt x="1964" y="4573"/>
                  </a:cubicBezTo>
                  <a:cubicBezTo>
                    <a:pt x="2942" y="4573"/>
                    <a:pt x="3763" y="3803"/>
                    <a:pt x="3822" y="2823"/>
                  </a:cubicBezTo>
                  <a:lnTo>
                    <a:pt x="3870" y="1989"/>
                  </a:lnTo>
                  <a:cubicBezTo>
                    <a:pt x="3906" y="1465"/>
                    <a:pt x="3727" y="965"/>
                    <a:pt x="3370" y="596"/>
                  </a:cubicBezTo>
                  <a:cubicBezTo>
                    <a:pt x="3025" y="215"/>
                    <a:pt x="2525" y="1"/>
                    <a:pt x="2013" y="1"/>
                  </a:cubicBezTo>
                  <a:lnTo>
                    <a:pt x="1929" y="1"/>
                  </a:lnTo>
                  <a:cubicBezTo>
                    <a:pt x="1915" y="0"/>
                    <a:pt x="1900" y="0"/>
                    <a:pt x="18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462;p46">
              <a:extLst>
                <a:ext uri="{FF2B5EF4-FFF2-40B4-BE49-F238E27FC236}">
                  <a16:creationId xmlns:a16="http://schemas.microsoft.com/office/drawing/2014/main" id="{2FC4B569-9074-FB79-D7DF-BD790E814134}"/>
                </a:ext>
              </a:extLst>
            </p:cNvPr>
            <p:cNvSpPr/>
            <p:nvPr/>
          </p:nvSpPr>
          <p:spPr>
            <a:xfrm>
              <a:off x="565322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>
                  <a:moveTo>
                    <a:pt x="0" y="0"/>
                  </a:moveTo>
                  <a:lnTo>
                    <a:pt x="322" y="369"/>
                  </a:lnTo>
                  <a:cubicBezTo>
                    <a:pt x="619" y="703"/>
                    <a:pt x="1030" y="870"/>
                    <a:pt x="1439" y="870"/>
                  </a:cubicBezTo>
                  <a:cubicBezTo>
                    <a:pt x="1849" y="870"/>
                    <a:pt x="2257" y="703"/>
                    <a:pt x="2548" y="369"/>
                  </a:cubicBezTo>
                  <a:lnTo>
                    <a:pt x="28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463;p46">
              <a:extLst>
                <a:ext uri="{FF2B5EF4-FFF2-40B4-BE49-F238E27FC236}">
                  <a16:creationId xmlns:a16="http://schemas.microsoft.com/office/drawing/2014/main" id="{5DC135D1-827A-8A34-C2CC-19C948B5F4CD}"/>
                </a:ext>
              </a:extLst>
            </p:cNvPr>
            <p:cNvSpPr/>
            <p:nvPr/>
          </p:nvSpPr>
          <p:spPr>
            <a:xfrm>
              <a:off x="5465400" y="2746550"/>
              <a:ext cx="160450" cy="190825"/>
            </a:xfrm>
            <a:custGeom>
              <a:avLst/>
              <a:gdLst/>
              <a:ahLst/>
              <a:cxnLst/>
              <a:rect l="l" t="t" r="r" b="b"/>
              <a:pathLst>
                <a:path w="6418" h="7633">
                  <a:moveTo>
                    <a:pt x="5010" y="2547"/>
                  </a:moveTo>
                  <a:cubicBezTo>
                    <a:pt x="5669" y="2547"/>
                    <a:pt x="5676" y="3561"/>
                    <a:pt x="5011" y="3561"/>
                  </a:cubicBezTo>
                  <a:cubicBezTo>
                    <a:pt x="5000" y="3561"/>
                    <a:pt x="4989" y="3561"/>
                    <a:pt x="4977" y="3560"/>
                  </a:cubicBezTo>
                  <a:lnTo>
                    <a:pt x="4537" y="3560"/>
                  </a:lnTo>
                  <a:cubicBezTo>
                    <a:pt x="4287" y="3560"/>
                    <a:pt x="4072" y="3381"/>
                    <a:pt x="4025" y="3143"/>
                  </a:cubicBezTo>
                  <a:cubicBezTo>
                    <a:pt x="3977" y="2834"/>
                    <a:pt x="4215" y="2548"/>
                    <a:pt x="4525" y="2548"/>
                  </a:cubicBezTo>
                  <a:lnTo>
                    <a:pt x="4965" y="2548"/>
                  </a:lnTo>
                  <a:cubicBezTo>
                    <a:pt x="4981" y="2547"/>
                    <a:pt x="4995" y="2547"/>
                    <a:pt x="5010" y="2547"/>
                  </a:cubicBezTo>
                  <a:close/>
                  <a:moveTo>
                    <a:pt x="703" y="0"/>
                  </a:moveTo>
                  <a:cubicBezTo>
                    <a:pt x="262" y="357"/>
                    <a:pt x="0" y="893"/>
                    <a:pt x="0" y="1453"/>
                  </a:cubicBezTo>
                  <a:lnTo>
                    <a:pt x="0" y="7132"/>
                  </a:lnTo>
                  <a:cubicBezTo>
                    <a:pt x="0" y="7406"/>
                    <a:pt x="227" y="7632"/>
                    <a:pt x="512" y="7632"/>
                  </a:cubicBezTo>
                  <a:lnTo>
                    <a:pt x="5918" y="7632"/>
                  </a:lnTo>
                  <a:cubicBezTo>
                    <a:pt x="6192" y="7632"/>
                    <a:pt x="6418" y="7406"/>
                    <a:pt x="6418" y="7132"/>
                  </a:cubicBezTo>
                  <a:lnTo>
                    <a:pt x="6418" y="1465"/>
                  </a:lnTo>
                  <a:cubicBezTo>
                    <a:pt x="6418" y="893"/>
                    <a:pt x="6168" y="357"/>
                    <a:pt x="5715" y="0"/>
                  </a:cubicBezTo>
                  <a:lnTo>
                    <a:pt x="5192" y="607"/>
                  </a:lnTo>
                  <a:cubicBezTo>
                    <a:pt x="4668" y="1203"/>
                    <a:pt x="3941" y="1500"/>
                    <a:pt x="3215" y="1500"/>
                  </a:cubicBezTo>
                  <a:cubicBezTo>
                    <a:pt x="2489" y="1500"/>
                    <a:pt x="1763" y="1203"/>
                    <a:pt x="1239" y="607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464;p46">
              <a:extLst>
                <a:ext uri="{FF2B5EF4-FFF2-40B4-BE49-F238E27FC236}">
                  <a16:creationId xmlns:a16="http://schemas.microsoft.com/office/drawing/2014/main" id="{BD8CE793-A8F0-4FBA-B2EE-4A75CDE731EC}"/>
                </a:ext>
              </a:extLst>
            </p:cNvPr>
            <p:cNvSpPr/>
            <p:nvPr/>
          </p:nvSpPr>
          <p:spPr>
            <a:xfrm>
              <a:off x="5492475" y="2592950"/>
              <a:ext cx="106600" cy="123550"/>
            </a:xfrm>
            <a:custGeom>
              <a:avLst/>
              <a:gdLst/>
              <a:ahLst/>
              <a:cxnLst/>
              <a:rect l="l" t="t" r="r" b="b"/>
              <a:pathLst>
                <a:path w="4264" h="4942">
                  <a:moveTo>
                    <a:pt x="2085" y="1"/>
                  </a:moveTo>
                  <a:cubicBezTo>
                    <a:pt x="918" y="1"/>
                    <a:pt x="1" y="977"/>
                    <a:pt x="72" y="2144"/>
                  </a:cubicBezTo>
                  <a:lnTo>
                    <a:pt x="120" y="3037"/>
                  </a:lnTo>
                  <a:cubicBezTo>
                    <a:pt x="191" y="4108"/>
                    <a:pt x="1073" y="4942"/>
                    <a:pt x="2144" y="4942"/>
                  </a:cubicBezTo>
                  <a:cubicBezTo>
                    <a:pt x="3216" y="4942"/>
                    <a:pt x="4097" y="4108"/>
                    <a:pt x="4168" y="3037"/>
                  </a:cubicBezTo>
                  <a:lnTo>
                    <a:pt x="4228" y="2144"/>
                  </a:lnTo>
                  <a:cubicBezTo>
                    <a:pt x="4263" y="1584"/>
                    <a:pt x="4061" y="1048"/>
                    <a:pt x="3680" y="643"/>
                  </a:cubicBezTo>
                  <a:cubicBezTo>
                    <a:pt x="3299" y="227"/>
                    <a:pt x="2763" y="1"/>
                    <a:pt x="2204" y="1"/>
                  </a:cubicBezTo>
                  <a:lnTo>
                    <a:pt x="20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465;p46">
              <a:extLst>
                <a:ext uri="{FF2B5EF4-FFF2-40B4-BE49-F238E27FC236}">
                  <a16:creationId xmlns:a16="http://schemas.microsoft.com/office/drawing/2014/main" id="{3314EA70-56F0-6346-9763-EC5028836057}"/>
                </a:ext>
              </a:extLst>
            </p:cNvPr>
            <p:cNvSpPr/>
            <p:nvPr/>
          </p:nvSpPr>
          <p:spPr>
            <a:xfrm>
              <a:off x="5506775" y="2734625"/>
              <a:ext cx="78600" cy="23775"/>
            </a:xfrm>
            <a:custGeom>
              <a:avLst/>
              <a:gdLst/>
              <a:ahLst/>
              <a:cxnLst/>
              <a:rect l="l" t="t" r="r" b="b"/>
              <a:pathLst>
                <a:path w="3144" h="951">
                  <a:moveTo>
                    <a:pt x="0" y="1"/>
                  </a:moveTo>
                  <a:lnTo>
                    <a:pt x="358" y="406"/>
                  </a:lnTo>
                  <a:cubicBezTo>
                    <a:pt x="679" y="769"/>
                    <a:pt x="1126" y="950"/>
                    <a:pt x="1572" y="950"/>
                  </a:cubicBezTo>
                  <a:cubicBezTo>
                    <a:pt x="2019" y="950"/>
                    <a:pt x="2465" y="769"/>
                    <a:pt x="2787" y="406"/>
                  </a:cubicBezTo>
                  <a:lnTo>
                    <a:pt x="314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" name="Google Shape;4416;p46">
            <a:extLst>
              <a:ext uri="{FF2B5EF4-FFF2-40B4-BE49-F238E27FC236}">
                <a16:creationId xmlns:a16="http://schemas.microsoft.com/office/drawing/2014/main" id="{69FB6200-9F78-D3F6-CE62-F1D550CC1EEA}"/>
              </a:ext>
            </a:extLst>
          </p:cNvPr>
          <p:cNvGrpSpPr/>
          <p:nvPr/>
        </p:nvGrpSpPr>
        <p:grpSpPr>
          <a:xfrm>
            <a:off x="3061825" y="1584924"/>
            <a:ext cx="363300" cy="308386"/>
            <a:chOff x="7190925" y="3893700"/>
            <a:chExt cx="434000" cy="330425"/>
          </a:xfrm>
        </p:grpSpPr>
        <p:sp>
          <p:nvSpPr>
            <p:cNvPr id="13" name="Google Shape;4417;p46">
              <a:extLst>
                <a:ext uri="{FF2B5EF4-FFF2-40B4-BE49-F238E27FC236}">
                  <a16:creationId xmlns:a16="http://schemas.microsoft.com/office/drawing/2014/main" id="{E884AA30-F913-CD7B-24AB-5319A89C115A}"/>
                </a:ext>
              </a:extLst>
            </p:cNvPr>
            <p:cNvSpPr/>
            <p:nvPr/>
          </p:nvSpPr>
          <p:spPr>
            <a:xfrm>
              <a:off x="7192100" y="3893700"/>
              <a:ext cx="432525" cy="151825"/>
            </a:xfrm>
            <a:custGeom>
              <a:avLst/>
              <a:gdLst/>
              <a:ahLst/>
              <a:cxnLst/>
              <a:rect l="l" t="t" r="r" b="b"/>
              <a:pathLst>
                <a:path w="17301" h="6073">
                  <a:moveTo>
                    <a:pt x="8371" y="1"/>
                  </a:moveTo>
                  <a:cubicBezTo>
                    <a:pt x="8073" y="1"/>
                    <a:pt x="7835" y="239"/>
                    <a:pt x="7835" y="536"/>
                  </a:cubicBezTo>
                  <a:lnTo>
                    <a:pt x="7835" y="3156"/>
                  </a:lnTo>
                  <a:lnTo>
                    <a:pt x="7835" y="3168"/>
                  </a:lnTo>
                  <a:cubicBezTo>
                    <a:pt x="6287" y="3144"/>
                    <a:pt x="4739" y="3013"/>
                    <a:pt x="3215" y="2787"/>
                  </a:cubicBezTo>
                  <a:cubicBezTo>
                    <a:pt x="3144" y="2775"/>
                    <a:pt x="3084" y="2763"/>
                    <a:pt x="3013" y="2763"/>
                  </a:cubicBezTo>
                  <a:lnTo>
                    <a:pt x="3013" y="2739"/>
                  </a:lnTo>
                  <a:lnTo>
                    <a:pt x="3013" y="1632"/>
                  </a:lnTo>
                  <a:lnTo>
                    <a:pt x="3894" y="1632"/>
                  </a:lnTo>
                  <a:cubicBezTo>
                    <a:pt x="3898" y="1632"/>
                    <a:pt x="3902" y="1632"/>
                    <a:pt x="3906" y="1632"/>
                  </a:cubicBezTo>
                  <a:cubicBezTo>
                    <a:pt x="4620" y="1632"/>
                    <a:pt x="4628" y="548"/>
                    <a:pt x="3906" y="548"/>
                  </a:cubicBezTo>
                  <a:lnTo>
                    <a:pt x="2477" y="548"/>
                  </a:lnTo>
                  <a:cubicBezTo>
                    <a:pt x="2179" y="548"/>
                    <a:pt x="1941" y="787"/>
                    <a:pt x="1941" y="1084"/>
                  </a:cubicBezTo>
                  <a:lnTo>
                    <a:pt x="1941" y="2751"/>
                  </a:lnTo>
                  <a:cubicBezTo>
                    <a:pt x="1941" y="2787"/>
                    <a:pt x="1953" y="2834"/>
                    <a:pt x="1953" y="2870"/>
                  </a:cubicBezTo>
                  <a:cubicBezTo>
                    <a:pt x="1477" y="3025"/>
                    <a:pt x="1036" y="3299"/>
                    <a:pt x="691" y="3680"/>
                  </a:cubicBezTo>
                  <a:cubicBezTo>
                    <a:pt x="358" y="4025"/>
                    <a:pt x="120" y="4466"/>
                    <a:pt x="1" y="4930"/>
                  </a:cubicBezTo>
                  <a:cubicBezTo>
                    <a:pt x="60" y="4930"/>
                    <a:pt x="132" y="4942"/>
                    <a:pt x="179" y="4966"/>
                  </a:cubicBezTo>
                  <a:cubicBezTo>
                    <a:pt x="2430" y="5680"/>
                    <a:pt x="5430" y="6073"/>
                    <a:pt x="8633" y="6073"/>
                  </a:cubicBezTo>
                  <a:cubicBezTo>
                    <a:pt x="11835" y="6073"/>
                    <a:pt x="14860" y="5680"/>
                    <a:pt x="17122" y="4954"/>
                  </a:cubicBezTo>
                  <a:cubicBezTo>
                    <a:pt x="17157" y="4936"/>
                    <a:pt x="17204" y="4925"/>
                    <a:pt x="17251" y="4925"/>
                  </a:cubicBezTo>
                  <a:cubicBezTo>
                    <a:pt x="17268" y="4925"/>
                    <a:pt x="17284" y="4927"/>
                    <a:pt x="17300" y="4930"/>
                  </a:cubicBezTo>
                  <a:cubicBezTo>
                    <a:pt x="17169" y="4454"/>
                    <a:pt x="16931" y="4025"/>
                    <a:pt x="16598" y="3680"/>
                  </a:cubicBezTo>
                  <a:cubicBezTo>
                    <a:pt x="16157" y="3192"/>
                    <a:pt x="15562" y="2882"/>
                    <a:pt x="14919" y="2787"/>
                  </a:cubicBezTo>
                  <a:cubicBezTo>
                    <a:pt x="14919" y="2775"/>
                    <a:pt x="14919" y="2763"/>
                    <a:pt x="14919" y="2751"/>
                  </a:cubicBezTo>
                  <a:lnTo>
                    <a:pt x="14919" y="1632"/>
                  </a:lnTo>
                  <a:lnTo>
                    <a:pt x="15836" y="1632"/>
                  </a:lnTo>
                  <a:cubicBezTo>
                    <a:pt x="16550" y="1632"/>
                    <a:pt x="16550" y="548"/>
                    <a:pt x="15836" y="548"/>
                  </a:cubicBezTo>
                  <a:lnTo>
                    <a:pt x="14360" y="548"/>
                  </a:lnTo>
                  <a:cubicBezTo>
                    <a:pt x="14062" y="548"/>
                    <a:pt x="13824" y="787"/>
                    <a:pt x="13824" y="1084"/>
                  </a:cubicBezTo>
                  <a:lnTo>
                    <a:pt x="13824" y="2763"/>
                  </a:lnTo>
                  <a:cubicBezTo>
                    <a:pt x="13824" y="2787"/>
                    <a:pt x="13824" y="2811"/>
                    <a:pt x="13824" y="2822"/>
                  </a:cubicBezTo>
                  <a:cubicBezTo>
                    <a:pt x="12193" y="3061"/>
                    <a:pt x="10538" y="3192"/>
                    <a:pt x="8895" y="3192"/>
                  </a:cubicBezTo>
                  <a:lnTo>
                    <a:pt x="8895" y="3168"/>
                  </a:lnTo>
                  <a:lnTo>
                    <a:pt x="8895" y="1084"/>
                  </a:lnTo>
                  <a:lnTo>
                    <a:pt x="9788" y="1084"/>
                  </a:lnTo>
                  <a:cubicBezTo>
                    <a:pt x="10478" y="1060"/>
                    <a:pt x="10490" y="48"/>
                    <a:pt x="9799" y="1"/>
                  </a:cubicBezTo>
                  <a:lnTo>
                    <a:pt x="8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418;p46">
              <a:extLst>
                <a:ext uri="{FF2B5EF4-FFF2-40B4-BE49-F238E27FC236}">
                  <a16:creationId xmlns:a16="http://schemas.microsoft.com/office/drawing/2014/main" id="{339C5912-4410-5FBB-5111-7A92EC209360}"/>
                </a:ext>
              </a:extLst>
            </p:cNvPr>
            <p:cNvSpPr/>
            <p:nvPr/>
          </p:nvSpPr>
          <p:spPr>
            <a:xfrm>
              <a:off x="7370700" y="4169625"/>
              <a:ext cx="23525" cy="54500"/>
            </a:xfrm>
            <a:custGeom>
              <a:avLst/>
              <a:gdLst/>
              <a:ahLst/>
              <a:cxnLst/>
              <a:rect l="l" t="t" r="r" b="b"/>
              <a:pathLst>
                <a:path w="941" h="2180">
                  <a:moveTo>
                    <a:pt x="0" y="1"/>
                  </a:moveTo>
                  <a:lnTo>
                    <a:pt x="0" y="2180"/>
                  </a:lnTo>
                  <a:lnTo>
                    <a:pt x="941" y="2180"/>
                  </a:lnTo>
                  <a:lnTo>
                    <a:pt x="941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419;p46">
              <a:extLst>
                <a:ext uri="{FF2B5EF4-FFF2-40B4-BE49-F238E27FC236}">
                  <a16:creationId xmlns:a16="http://schemas.microsoft.com/office/drawing/2014/main" id="{5336AD6B-EE48-7548-63B0-6A42DF448A1F}"/>
                </a:ext>
              </a:extLst>
            </p:cNvPr>
            <p:cNvSpPr/>
            <p:nvPr/>
          </p:nvSpPr>
          <p:spPr>
            <a:xfrm>
              <a:off x="7421600" y="4169625"/>
              <a:ext cx="23825" cy="54500"/>
            </a:xfrm>
            <a:custGeom>
              <a:avLst/>
              <a:gdLst/>
              <a:ahLst/>
              <a:cxnLst/>
              <a:rect l="l" t="t" r="r" b="b"/>
              <a:pathLst>
                <a:path w="953" h="2180">
                  <a:moveTo>
                    <a:pt x="0" y="1"/>
                  </a:moveTo>
                  <a:lnTo>
                    <a:pt x="0" y="2180"/>
                  </a:lnTo>
                  <a:lnTo>
                    <a:pt x="953" y="2180"/>
                  </a:lnTo>
                  <a:lnTo>
                    <a:pt x="953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420;p46">
              <a:extLst>
                <a:ext uri="{FF2B5EF4-FFF2-40B4-BE49-F238E27FC236}">
                  <a16:creationId xmlns:a16="http://schemas.microsoft.com/office/drawing/2014/main" id="{88D99703-89F2-A7C2-F77C-8591338311F8}"/>
                </a:ext>
              </a:extLst>
            </p:cNvPr>
            <p:cNvSpPr/>
            <p:nvPr/>
          </p:nvSpPr>
          <p:spPr>
            <a:xfrm>
              <a:off x="7222475" y="4189275"/>
              <a:ext cx="121750" cy="34850"/>
            </a:xfrm>
            <a:custGeom>
              <a:avLst/>
              <a:gdLst/>
              <a:ahLst/>
              <a:cxnLst/>
              <a:rect l="l" t="t" r="r" b="b"/>
              <a:pathLst>
                <a:path w="4870" h="1394">
                  <a:moveTo>
                    <a:pt x="0" y="1"/>
                  </a:moveTo>
                  <a:lnTo>
                    <a:pt x="214" y="965"/>
                  </a:lnTo>
                  <a:cubicBezTo>
                    <a:pt x="262" y="1203"/>
                    <a:pt x="488" y="1382"/>
                    <a:pt x="738" y="1394"/>
                  </a:cubicBezTo>
                  <a:lnTo>
                    <a:pt x="4834" y="1394"/>
                  </a:lnTo>
                  <a:lnTo>
                    <a:pt x="487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421;p46">
              <a:extLst>
                <a:ext uri="{FF2B5EF4-FFF2-40B4-BE49-F238E27FC236}">
                  <a16:creationId xmlns:a16="http://schemas.microsoft.com/office/drawing/2014/main" id="{8CC17A63-B4B6-5554-0BD8-B6A43955760A}"/>
                </a:ext>
              </a:extLst>
            </p:cNvPr>
            <p:cNvSpPr/>
            <p:nvPr/>
          </p:nvSpPr>
          <p:spPr>
            <a:xfrm>
              <a:off x="7471600" y="4189275"/>
              <a:ext cx="122650" cy="34850"/>
            </a:xfrm>
            <a:custGeom>
              <a:avLst/>
              <a:gdLst/>
              <a:ahLst/>
              <a:cxnLst/>
              <a:rect l="l" t="t" r="r" b="b"/>
              <a:pathLst>
                <a:path w="4906" h="1394">
                  <a:moveTo>
                    <a:pt x="1" y="1"/>
                  </a:moveTo>
                  <a:lnTo>
                    <a:pt x="1" y="1394"/>
                  </a:lnTo>
                  <a:lnTo>
                    <a:pt x="4168" y="1394"/>
                  </a:lnTo>
                  <a:cubicBezTo>
                    <a:pt x="4418" y="1394"/>
                    <a:pt x="4644" y="1215"/>
                    <a:pt x="4692" y="965"/>
                  </a:cubicBezTo>
                  <a:lnTo>
                    <a:pt x="4906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422;p46">
              <a:extLst>
                <a:ext uri="{FF2B5EF4-FFF2-40B4-BE49-F238E27FC236}">
                  <a16:creationId xmlns:a16="http://schemas.microsoft.com/office/drawing/2014/main" id="{8ED6ED61-B45C-843D-55B5-53A9A1981502}"/>
                </a:ext>
              </a:extLst>
            </p:cNvPr>
            <p:cNvSpPr/>
            <p:nvPr/>
          </p:nvSpPr>
          <p:spPr>
            <a:xfrm>
              <a:off x="7190925" y="4040450"/>
              <a:ext cx="434000" cy="122350"/>
            </a:xfrm>
            <a:custGeom>
              <a:avLst/>
              <a:gdLst/>
              <a:ahLst/>
              <a:cxnLst/>
              <a:rect l="l" t="t" r="r" b="b"/>
              <a:pathLst>
                <a:path w="17360" h="4894">
                  <a:moveTo>
                    <a:pt x="17359" y="0"/>
                  </a:moveTo>
                  <a:lnTo>
                    <a:pt x="17359" y="0"/>
                  </a:lnTo>
                  <a:cubicBezTo>
                    <a:pt x="15026" y="751"/>
                    <a:pt x="11942" y="1167"/>
                    <a:pt x="8668" y="1167"/>
                  </a:cubicBezTo>
                  <a:cubicBezTo>
                    <a:pt x="5405" y="1167"/>
                    <a:pt x="2334" y="751"/>
                    <a:pt x="0" y="12"/>
                  </a:cubicBezTo>
                  <a:lnTo>
                    <a:pt x="0" y="12"/>
                  </a:lnTo>
                  <a:cubicBezTo>
                    <a:pt x="12" y="96"/>
                    <a:pt x="24" y="191"/>
                    <a:pt x="48" y="286"/>
                  </a:cubicBezTo>
                  <a:lnTo>
                    <a:pt x="1048" y="4894"/>
                  </a:lnTo>
                  <a:lnTo>
                    <a:pt x="6132" y="4894"/>
                  </a:lnTo>
                  <a:lnTo>
                    <a:pt x="6132" y="4620"/>
                  </a:lnTo>
                  <a:cubicBezTo>
                    <a:pt x="6132" y="4322"/>
                    <a:pt x="6370" y="4084"/>
                    <a:pt x="6668" y="4084"/>
                  </a:cubicBezTo>
                  <a:lnTo>
                    <a:pt x="10692" y="4084"/>
                  </a:lnTo>
                  <a:cubicBezTo>
                    <a:pt x="10989" y="4084"/>
                    <a:pt x="11228" y="4322"/>
                    <a:pt x="11228" y="4620"/>
                  </a:cubicBezTo>
                  <a:lnTo>
                    <a:pt x="11228" y="4894"/>
                  </a:lnTo>
                  <a:lnTo>
                    <a:pt x="16312" y="4894"/>
                  </a:lnTo>
                  <a:lnTo>
                    <a:pt x="17312" y="286"/>
                  </a:lnTo>
                  <a:cubicBezTo>
                    <a:pt x="17336" y="191"/>
                    <a:pt x="17347" y="96"/>
                    <a:pt x="173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8653;p67">
            <a:extLst>
              <a:ext uri="{FF2B5EF4-FFF2-40B4-BE49-F238E27FC236}">
                <a16:creationId xmlns:a16="http://schemas.microsoft.com/office/drawing/2014/main" id="{D5826103-2BCC-8D7E-C258-2E584B9063AA}"/>
              </a:ext>
            </a:extLst>
          </p:cNvPr>
          <p:cNvGrpSpPr/>
          <p:nvPr/>
        </p:nvGrpSpPr>
        <p:grpSpPr>
          <a:xfrm>
            <a:off x="193594" y="3007025"/>
            <a:ext cx="308234" cy="308234"/>
            <a:chOff x="2081650" y="4993750"/>
            <a:chExt cx="483125" cy="483125"/>
          </a:xfrm>
          <a:solidFill>
            <a:schemeClr val="tx1"/>
          </a:solidFill>
        </p:grpSpPr>
        <p:sp>
          <p:nvSpPr>
            <p:cNvPr id="20" name="Google Shape;8654;p67">
              <a:extLst>
                <a:ext uri="{FF2B5EF4-FFF2-40B4-BE49-F238E27FC236}">
                  <a16:creationId xmlns:a16="http://schemas.microsoft.com/office/drawing/2014/main" id="{6A911119-27A8-0B98-2E70-ADD47E4608E2}"/>
                </a:ext>
              </a:extLst>
            </p:cNvPr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8655;p67">
              <a:extLst>
                <a:ext uri="{FF2B5EF4-FFF2-40B4-BE49-F238E27FC236}">
                  <a16:creationId xmlns:a16="http://schemas.microsoft.com/office/drawing/2014/main" id="{46EBA897-F66C-312B-26ED-302536B3E9E6}"/>
                </a:ext>
              </a:extLst>
            </p:cNvPr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</p:grpSp>
      <p:grpSp>
        <p:nvGrpSpPr>
          <p:cNvPr id="36" name="Google Shape;4625;p46">
            <a:extLst>
              <a:ext uri="{FF2B5EF4-FFF2-40B4-BE49-F238E27FC236}">
                <a16:creationId xmlns:a16="http://schemas.microsoft.com/office/drawing/2014/main" id="{9284650A-1FBB-2D6E-6095-2BB14D51EF10}"/>
              </a:ext>
            </a:extLst>
          </p:cNvPr>
          <p:cNvGrpSpPr/>
          <p:nvPr/>
        </p:nvGrpSpPr>
        <p:grpSpPr>
          <a:xfrm>
            <a:off x="3154656" y="2994166"/>
            <a:ext cx="284927" cy="329946"/>
            <a:chOff x="1259525" y="3852925"/>
            <a:chExt cx="336075" cy="435500"/>
          </a:xfrm>
        </p:grpSpPr>
        <p:sp>
          <p:nvSpPr>
            <p:cNvPr id="37" name="Google Shape;4626;p46">
              <a:extLst>
                <a:ext uri="{FF2B5EF4-FFF2-40B4-BE49-F238E27FC236}">
                  <a16:creationId xmlns:a16="http://schemas.microsoft.com/office/drawing/2014/main" id="{2AE1F625-D193-6FE5-8605-F43269729B3E}"/>
                </a:ext>
              </a:extLst>
            </p:cNvPr>
            <p:cNvSpPr/>
            <p:nvPr/>
          </p:nvSpPr>
          <p:spPr>
            <a:xfrm>
              <a:off x="1302075" y="4048200"/>
              <a:ext cx="251250" cy="240225"/>
            </a:xfrm>
            <a:custGeom>
              <a:avLst/>
              <a:gdLst/>
              <a:ahLst/>
              <a:cxnLst/>
              <a:rect l="l" t="t" r="r" b="b"/>
              <a:pathLst>
                <a:path w="10050" h="9609">
                  <a:moveTo>
                    <a:pt x="5715" y="6596"/>
                  </a:moveTo>
                  <a:cubicBezTo>
                    <a:pt x="5966" y="6596"/>
                    <a:pt x="6169" y="6782"/>
                    <a:pt x="6204" y="7037"/>
                  </a:cubicBezTo>
                  <a:cubicBezTo>
                    <a:pt x="6240" y="7334"/>
                    <a:pt x="6002" y="7608"/>
                    <a:pt x="5704" y="7608"/>
                  </a:cubicBezTo>
                  <a:lnTo>
                    <a:pt x="4370" y="7608"/>
                  </a:lnTo>
                  <a:cubicBezTo>
                    <a:pt x="4108" y="7608"/>
                    <a:pt x="3894" y="7418"/>
                    <a:pt x="3858" y="7156"/>
                  </a:cubicBezTo>
                  <a:cubicBezTo>
                    <a:pt x="3823" y="6864"/>
                    <a:pt x="4051" y="6596"/>
                    <a:pt x="4340" y="6596"/>
                  </a:cubicBezTo>
                  <a:cubicBezTo>
                    <a:pt x="4346" y="6596"/>
                    <a:pt x="4352" y="6596"/>
                    <a:pt x="4358" y="6596"/>
                  </a:cubicBezTo>
                  <a:lnTo>
                    <a:pt x="5692" y="6596"/>
                  </a:lnTo>
                  <a:cubicBezTo>
                    <a:pt x="5700" y="6596"/>
                    <a:pt x="5707" y="6596"/>
                    <a:pt x="5715" y="6596"/>
                  </a:cubicBezTo>
                  <a:close/>
                  <a:moveTo>
                    <a:pt x="1299" y="0"/>
                  </a:moveTo>
                  <a:cubicBezTo>
                    <a:pt x="1727" y="857"/>
                    <a:pt x="2573" y="1429"/>
                    <a:pt x="3525" y="1548"/>
                  </a:cubicBezTo>
                  <a:lnTo>
                    <a:pt x="3525" y="4620"/>
                  </a:lnTo>
                  <a:lnTo>
                    <a:pt x="1489" y="4620"/>
                  </a:lnTo>
                  <a:cubicBezTo>
                    <a:pt x="1215" y="4620"/>
                    <a:pt x="989" y="4846"/>
                    <a:pt x="989" y="5120"/>
                  </a:cubicBezTo>
                  <a:lnTo>
                    <a:pt x="989" y="8584"/>
                  </a:lnTo>
                  <a:lnTo>
                    <a:pt x="596" y="8584"/>
                  </a:lnTo>
                  <a:cubicBezTo>
                    <a:pt x="477" y="8584"/>
                    <a:pt x="358" y="8644"/>
                    <a:pt x="287" y="8751"/>
                  </a:cubicBezTo>
                  <a:cubicBezTo>
                    <a:pt x="1" y="9084"/>
                    <a:pt x="239" y="9608"/>
                    <a:pt x="679" y="9608"/>
                  </a:cubicBezTo>
                  <a:lnTo>
                    <a:pt x="9454" y="9608"/>
                  </a:lnTo>
                  <a:cubicBezTo>
                    <a:pt x="9573" y="9608"/>
                    <a:pt x="9692" y="9549"/>
                    <a:pt x="9764" y="9454"/>
                  </a:cubicBezTo>
                  <a:cubicBezTo>
                    <a:pt x="10050" y="9108"/>
                    <a:pt x="9812" y="8596"/>
                    <a:pt x="9371" y="8584"/>
                  </a:cubicBezTo>
                  <a:lnTo>
                    <a:pt x="9073" y="8584"/>
                  </a:lnTo>
                  <a:lnTo>
                    <a:pt x="9073" y="5120"/>
                  </a:lnTo>
                  <a:cubicBezTo>
                    <a:pt x="9073" y="4846"/>
                    <a:pt x="8847" y="4620"/>
                    <a:pt x="8561" y="4620"/>
                  </a:cubicBezTo>
                  <a:lnTo>
                    <a:pt x="6525" y="4620"/>
                  </a:lnTo>
                  <a:lnTo>
                    <a:pt x="6525" y="1536"/>
                  </a:lnTo>
                  <a:cubicBezTo>
                    <a:pt x="7478" y="1429"/>
                    <a:pt x="8311" y="857"/>
                    <a:pt x="8752" y="0"/>
                  </a:cubicBezTo>
                  <a:lnTo>
                    <a:pt x="12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627;p46">
              <a:extLst>
                <a:ext uri="{FF2B5EF4-FFF2-40B4-BE49-F238E27FC236}">
                  <a16:creationId xmlns:a16="http://schemas.microsoft.com/office/drawing/2014/main" id="{2B936776-F58F-B9E5-0A29-D228F32F57D1}"/>
                </a:ext>
              </a:extLst>
            </p:cNvPr>
            <p:cNvSpPr/>
            <p:nvPr/>
          </p:nvSpPr>
          <p:spPr>
            <a:xfrm>
              <a:off x="1259525" y="3852925"/>
              <a:ext cx="336075" cy="169700"/>
            </a:xfrm>
            <a:custGeom>
              <a:avLst/>
              <a:gdLst/>
              <a:ahLst/>
              <a:cxnLst/>
              <a:rect l="l" t="t" r="r" b="b"/>
              <a:pathLst>
                <a:path w="13443" h="6788">
                  <a:moveTo>
                    <a:pt x="2060" y="1048"/>
                  </a:moveTo>
                  <a:cubicBezTo>
                    <a:pt x="2417" y="1048"/>
                    <a:pt x="2715" y="1346"/>
                    <a:pt x="2715" y="1715"/>
                  </a:cubicBezTo>
                  <a:lnTo>
                    <a:pt x="2715" y="5692"/>
                  </a:lnTo>
                  <a:cubicBezTo>
                    <a:pt x="1691" y="5263"/>
                    <a:pt x="1024" y="4263"/>
                    <a:pt x="1024" y="3156"/>
                  </a:cubicBezTo>
                  <a:lnTo>
                    <a:pt x="1024" y="1715"/>
                  </a:lnTo>
                  <a:cubicBezTo>
                    <a:pt x="1024" y="1346"/>
                    <a:pt x="1322" y="1048"/>
                    <a:pt x="1679" y="1048"/>
                  </a:cubicBezTo>
                  <a:lnTo>
                    <a:pt x="2060" y="1048"/>
                  </a:lnTo>
                  <a:close/>
                  <a:moveTo>
                    <a:pt x="11799" y="1048"/>
                  </a:moveTo>
                  <a:cubicBezTo>
                    <a:pt x="12168" y="1048"/>
                    <a:pt x="12466" y="1346"/>
                    <a:pt x="12466" y="1715"/>
                  </a:cubicBezTo>
                  <a:lnTo>
                    <a:pt x="12466" y="3156"/>
                  </a:lnTo>
                  <a:cubicBezTo>
                    <a:pt x="12466" y="4263"/>
                    <a:pt x="11787" y="5263"/>
                    <a:pt x="10763" y="5692"/>
                  </a:cubicBezTo>
                  <a:lnTo>
                    <a:pt x="10763" y="1715"/>
                  </a:lnTo>
                  <a:cubicBezTo>
                    <a:pt x="10775" y="1346"/>
                    <a:pt x="11073" y="1048"/>
                    <a:pt x="11442" y="1048"/>
                  </a:cubicBezTo>
                  <a:lnTo>
                    <a:pt x="11799" y="1048"/>
                  </a:lnTo>
                  <a:close/>
                  <a:moveTo>
                    <a:pt x="1657" y="0"/>
                  </a:moveTo>
                  <a:cubicBezTo>
                    <a:pt x="739" y="0"/>
                    <a:pt x="0" y="758"/>
                    <a:pt x="0" y="1679"/>
                  </a:cubicBezTo>
                  <a:lnTo>
                    <a:pt x="0" y="3132"/>
                  </a:lnTo>
                  <a:cubicBezTo>
                    <a:pt x="0" y="4811"/>
                    <a:pt x="1107" y="6287"/>
                    <a:pt x="2715" y="6775"/>
                  </a:cubicBezTo>
                  <a:cubicBezTo>
                    <a:pt x="2715" y="6775"/>
                    <a:pt x="2715" y="6787"/>
                    <a:pt x="2715" y="6787"/>
                  </a:cubicBezTo>
                  <a:lnTo>
                    <a:pt x="10740" y="6787"/>
                  </a:lnTo>
                  <a:cubicBezTo>
                    <a:pt x="10740" y="6787"/>
                    <a:pt x="10740" y="6775"/>
                    <a:pt x="10740" y="6775"/>
                  </a:cubicBezTo>
                  <a:cubicBezTo>
                    <a:pt x="12347" y="6287"/>
                    <a:pt x="13442" y="4811"/>
                    <a:pt x="13442" y="3132"/>
                  </a:cubicBezTo>
                  <a:lnTo>
                    <a:pt x="13442" y="1679"/>
                  </a:lnTo>
                  <a:cubicBezTo>
                    <a:pt x="13442" y="751"/>
                    <a:pt x="12704" y="1"/>
                    <a:pt x="11775" y="1"/>
                  </a:cubicBezTo>
                  <a:lnTo>
                    <a:pt x="11430" y="1"/>
                  </a:lnTo>
                  <a:cubicBezTo>
                    <a:pt x="10692" y="1"/>
                    <a:pt x="10049" y="477"/>
                    <a:pt x="9823" y="1191"/>
                  </a:cubicBezTo>
                  <a:lnTo>
                    <a:pt x="3643" y="1191"/>
                  </a:lnTo>
                  <a:cubicBezTo>
                    <a:pt x="3429" y="477"/>
                    <a:pt x="2774" y="1"/>
                    <a:pt x="2036" y="1"/>
                  </a:cubicBezTo>
                  <a:lnTo>
                    <a:pt x="1679" y="1"/>
                  </a:lnTo>
                  <a:cubicBezTo>
                    <a:pt x="1672" y="0"/>
                    <a:pt x="1665" y="0"/>
                    <a:pt x="1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9288;p69">
            <a:extLst>
              <a:ext uri="{FF2B5EF4-FFF2-40B4-BE49-F238E27FC236}">
                <a16:creationId xmlns:a16="http://schemas.microsoft.com/office/drawing/2014/main" id="{9DF605EA-523F-76E2-6A37-37F9A803ED23}"/>
              </a:ext>
            </a:extLst>
          </p:cNvPr>
          <p:cNvGrpSpPr/>
          <p:nvPr/>
        </p:nvGrpSpPr>
        <p:grpSpPr>
          <a:xfrm>
            <a:off x="5779553" y="1632508"/>
            <a:ext cx="349457" cy="349457"/>
            <a:chOff x="3963575" y="2317575"/>
            <a:chExt cx="296175" cy="296175"/>
          </a:xfrm>
          <a:solidFill>
            <a:schemeClr val="tx1"/>
          </a:solidFill>
        </p:grpSpPr>
        <p:sp>
          <p:nvSpPr>
            <p:cNvPr id="40" name="Google Shape;9289;p69">
              <a:extLst>
                <a:ext uri="{FF2B5EF4-FFF2-40B4-BE49-F238E27FC236}">
                  <a16:creationId xmlns:a16="http://schemas.microsoft.com/office/drawing/2014/main" id="{D3BF1E70-CB91-8925-0FF9-A4BA76E25065}"/>
                </a:ext>
              </a:extLst>
            </p:cNvPr>
            <p:cNvSpPr/>
            <p:nvPr/>
          </p:nvSpPr>
          <p:spPr>
            <a:xfrm>
              <a:off x="3963575" y="2317575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>
                  <a:moveTo>
                    <a:pt x="9483" y="1418"/>
                  </a:moveTo>
                  <a:cubicBezTo>
                    <a:pt x="9672" y="1418"/>
                    <a:pt x="9830" y="1576"/>
                    <a:pt x="9830" y="1765"/>
                  </a:cubicBezTo>
                  <a:lnTo>
                    <a:pt x="9830" y="2836"/>
                  </a:lnTo>
                  <a:lnTo>
                    <a:pt x="788" y="2836"/>
                  </a:lnTo>
                  <a:lnTo>
                    <a:pt x="788" y="1765"/>
                  </a:lnTo>
                  <a:lnTo>
                    <a:pt x="725" y="1765"/>
                  </a:lnTo>
                  <a:cubicBezTo>
                    <a:pt x="725" y="1576"/>
                    <a:pt x="883" y="1418"/>
                    <a:pt x="1072" y="1418"/>
                  </a:cubicBezTo>
                  <a:lnTo>
                    <a:pt x="1418" y="1418"/>
                  </a:lnTo>
                  <a:lnTo>
                    <a:pt x="1418" y="1765"/>
                  </a:lnTo>
                  <a:cubicBezTo>
                    <a:pt x="1418" y="1954"/>
                    <a:pt x="1576" y="2143"/>
                    <a:pt x="1765" y="2143"/>
                  </a:cubicBezTo>
                  <a:cubicBezTo>
                    <a:pt x="1954" y="2143"/>
                    <a:pt x="2111" y="1954"/>
                    <a:pt x="2111" y="1765"/>
                  </a:cubicBezTo>
                  <a:lnTo>
                    <a:pt x="2111" y="1418"/>
                  </a:lnTo>
                  <a:lnTo>
                    <a:pt x="3498" y="1418"/>
                  </a:lnTo>
                  <a:lnTo>
                    <a:pt x="3498" y="1765"/>
                  </a:lnTo>
                  <a:cubicBezTo>
                    <a:pt x="3498" y="1954"/>
                    <a:pt x="3655" y="2143"/>
                    <a:pt x="3844" y="2143"/>
                  </a:cubicBezTo>
                  <a:cubicBezTo>
                    <a:pt x="4065" y="2143"/>
                    <a:pt x="4222" y="1954"/>
                    <a:pt x="4222" y="1765"/>
                  </a:cubicBezTo>
                  <a:lnTo>
                    <a:pt x="4222" y="1418"/>
                  </a:lnTo>
                  <a:lnTo>
                    <a:pt x="6333" y="1418"/>
                  </a:lnTo>
                  <a:lnTo>
                    <a:pt x="6333" y="1765"/>
                  </a:lnTo>
                  <a:cubicBezTo>
                    <a:pt x="6333" y="1954"/>
                    <a:pt x="6490" y="2143"/>
                    <a:pt x="6680" y="2143"/>
                  </a:cubicBezTo>
                  <a:cubicBezTo>
                    <a:pt x="6900" y="2143"/>
                    <a:pt x="7058" y="1954"/>
                    <a:pt x="7058" y="1765"/>
                  </a:cubicBezTo>
                  <a:lnTo>
                    <a:pt x="7058" y="1418"/>
                  </a:lnTo>
                  <a:lnTo>
                    <a:pt x="8412" y="1418"/>
                  </a:lnTo>
                  <a:lnTo>
                    <a:pt x="8412" y="1765"/>
                  </a:lnTo>
                  <a:cubicBezTo>
                    <a:pt x="8412" y="1954"/>
                    <a:pt x="8570" y="2143"/>
                    <a:pt x="8790" y="2143"/>
                  </a:cubicBezTo>
                  <a:cubicBezTo>
                    <a:pt x="8979" y="2143"/>
                    <a:pt x="9137" y="1954"/>
                    <a:pt x="9137" y="1765"/>
                  </a:cubicBezTo>
                  <a:lnTo>
                    <a:pt x="9137" y="1418"/>
                  </a:lnTo>
                  <a:lnTo>
                    <a:pt x="9483" y="1418"/>
                  </a:lnTo>
                  <a:close/>
                  <a:moveTo>
                    <a:pt x="9767" y="3497"/>
                  </a:moveTo>
                  <a:lnTo>
                    <a:pt x="9767" y="7026"/>
                  </a:lnTo>
                  <a:cubicBezTo>
                    <a:pt x="9641" y="7026"/>
                    <a:pt x="9546" y="6963"/>
                    <a:pt x="9420" y="6963"/>
                  </a:cubicBezTo>
                  <a:cubicBezTo>
                    <a:pt x="8066" y="6963"/>
                    <a:pt x="6963" y="8066"/>
                    <a:pt x="6963" y="9420"/>
                  </a:cubicBezTo>
                  <a:cubicBezTo>
                    <a:pt x="6963" y="9546"/>
                    <a:pt x="6963" y="9641"/>
                    <a:pt x="7026" y="9767"/>
                  </a:cubicBezTo>
                  <a:lnTo>
                    <a:pt x="1040" y="9767"/>
                  </a:lnTo>
                  <a:cubicBezTo>
                    <a:pt x="820" y="9767"/>
                    <a:pt x="662" y="9609"/>
                    <a:pt x="662" y="9420"/>
                  </a:cubicBezTo>
                  <a:lnTo>
                    <a:pt x="662" y="3497"/>
                  </a:lnTo>
                  <a:lnTo>
                    <a:pt x="9767" y="3497"/>
                  </a:lnTo>
                  <a:close/>
                  <a:moveTo>
                    <a:pt x="9420" y="7688"/>
                  </a:moveTo>
                  <a:cubicBezTo>
                    <a:pt x="10366" y="7688"/>
                    <a:pt x="11153" y="8475"/>
                    <a:pt x="11153" y="9420"/>
                  </a:cubicBezTo>
                  <a:cubicBezTo>
                    <a:pt x="11153" y="10397"/>
                    <a:pt x="10366" y="11185"/>
                    <a:pt x="9420" y="11185"/>
                  </a:cubicBezTo>
                  <a:cubicBezTo>
                    <a:pt x="8475" y="11185"/>
                    <a:pt x="7688" y="10397"/>
                    <a:pt x="7688" y="9420"/>
                  </a:cubicBezTo>
                  <a:cubicBezTo>
                    <a:pt x="7688" y="8475"/>
                    <a:pt x="8475" y="7688"/>
                    <a:pt x="9420" y="7688"/>
                  </a:cubicBez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42" y="725"/>
                    <a:pt x="0" y="1166"/>
                    <a:pt x="0" y="1733"/>
                  </a:cubicBezTo>
                  <a:lnTo>
                    <a:pt x="0" y="9389"/>
                  </a:lnTo>
                  <a:cubicBezTo>
                    <a:pt x="0" y="9956"/>
                    <a:pt x="473" y="10429"/>
                    <a:pt x="1040" y="10429"/>
                  </a:cubicBezTo>
                  <a:lnTo>
                    <a:pt x="7215" y="10429"/>
                  </a:lnTo>
                  <a:cubicBezTo>
                    <a:pt x="7593" y="11279"/>
                    <a:pt x="8444" y="11846"/>
                    <a:pt x="9420" y="11846"/>
                  </a:cubicBezTo>
                  <a:cubicBezTo>
                    <a:pt x="10744" y="11846"/>
                    <a:pt x="11846" y="10744"/>
                    <a:pt x="11846" y="9420"/>
                  </a:cubicBezTo>
                  <a:cubicBezTo>
                    <a:pt x="11846" y="8444"/>
                    <a:pt x="11311" y="7593"/>
                    <a:pt x="10492" y="7215"/>
                  </a:cubicBezTo>
                  <a:lnTo>
                    <a:pt x="10492" y="1733"/>
                  </a:lnTo>
                  <a:cubicBezTo>
                    <a:pt x="10492" y="1135"/>
                    <a:pt x="10019" y="725"/>
                    <a:pt x="9452" y="725"/>
                  </a:cubicBezTo>
                  <a:lnTo>
                    <a:pt x="9105" y="725"/>
                  </a:lnTo>
                  <a:lnTo>
                    <a:pt x="9105" y="347"/>
                  </a:lnTo>
                  <a:cubicBezTo>
                    <a:pt x="9105" y="158"/>
                    <a:pt x="8948" y="0"/>
                    <a:pt x="8759" y="0"/>
                  </a:cubicBezTo>
                  <a:cubicBezTo>
                    <a:pt x="8538" y="0"/>
                    <a:pt x="8381" y="158"/>
                    <a:pt x="8381" y="347"/>
                  </a:cubicBezTo>
                  <a:lnTo>
                    <a:pt x="8381" y="725"/>
                  </a:lnTo>
                  <a:lnTo>
                    <a:pt x="7026" y="725"/>
                  </a:lnTo>
                  <a:lnTo>
                    <a:pt x="7026" y="347"/>
                  </a:lnTo>
                  <a:cubicBezTo>
                    <a:pt x="7026" y="158"/>
                    <a:pt x="6869" y="0"/>
                    <a:pt x="6648" y="0"/>
                  </a:cubicBezTo>
                  <a:cubicBezTo>
                    <a:pt x="6459" y="0"/>
                    <a:pt x="6301" y="158"/>
                    <a:pt x="6301" y="347"/>
                  </a:cubicBezTo>
                  <a:lnTo>
                    <a:pt x="6301" y="725"/>
                  </a:lnTo>
                  <a:lnTo>
                    <a:pt x="4191" y="725"/>
                  </a:lnTo>
                  <a:lnTo>
                    <a:pt x="4191" y="347"/>
                  </a:lnTo>
                  <a:cubicBezTo>
                    <a:pt x="4191" y="158"/>
                    <a:pt x="4033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725"/>
                  </a:lnTo>
                  <a:lnTo>
                    <a:pt x="2080" y="725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290;p69">
              <a:extLst>
                <a:ext uri="{FF2B5EF4-FFF2-40B4-BE49-F238E27FC236}">
                  <a16:creationId xmlns:a16="http://schemas.microsoft.com/office/drawing/2014/main" id="{43B0B283-605C-AE16-12C2-E3360B152E2C}"/>
                </a:ext>
              </a:extLst>
            </p:cNvPr>
            <p:cNvSpPr/>
            <p:nvPr/>
          </p:nvSpPr>
          <p:spPr>
            <a:xfrm>
              <a:off x="4190400" y="2526300"/>
              <a:ext cx="34700" cy="35450"/>
            </a:xfrm>
            <a:custGeom>
              <a:avLst/>
              <a:gdLst/>
              <a:ahLst/>
              <a:cxnLst/>
              <a:rect l="l" t="t" r="r" b="b"/>
              <a:pathLst>
                <a:path w="1388" h="1418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71"/>
                  </a:lnTo>
                  <a:cubicBezTo>
                    <a:pt x="1" y="1260"/>
                    <a:pt x="127" y="1418"/>
                    <a:pt x="347" y="1418"/>
                  </a:cubicBezTo>
                  <a:lnTo>
                    <a:pt x="1041" y="1418"/>
                  </a:lnTo>
                  <a:cubicBezTo>
                    <a:pt x="1261" y="1418"/>
                    <a:pt x="1387" y="1260"/>
                    <a:pt x="1387" y="1071"/>
                  </a:cubicBezTo>
                  <a:cubicBezTo>
                    <a:pt x="1387" y="882"/>
                    <a:pt x="1261" y="725"/>
                    <a:pt x="1041" y="725"/>
                  </a:cubicBezTo>
                  <a:lnTo>
                    <a:pt x="694" y="725"/>
                  </a:ln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291;p69">
              <a:extLst>
                <a:ext uri="{FF2B5EF4-FFF2-40B4-BE49-F238E27FC236}">
                  <a16:creationId xmlns:a16="http://schemas.microsoft.com/office/drawing/2014/main" id="{63720150-1A79-9BE9-C19E-BA6C17388BA5}"/>
                </a:ext>
              </a:extLst>
            </p:cNvPr>
            <p:cNvSpPr/>
            <p:nvPr/>
          </p:nvSpPr>
          <p:spPr>
            <a:xfrm>
              <a:off x="39982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292;p69">
              <a:extLst>
                <a:ext uri="{FF2B5EF4-FFF2-40B4-BE49-F238E27FC236}">
                  <a16:creationId xmlns:a16="http://schemas.microsoft.com/office/drawing/2014/main" id="{D0EB3E3A-ACE3-BC06-C509-78E75B48FB22}"/>
                </a:ext>
              </a:extLst>
            </p:cNvPr>
            <p:cNvSpPr/>
            <p:nvPr/>
          </p:nvSpPr>
          <p:spPr>
            <a:xfrm>
              <a:off x="4050225" y="24215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293;p69">
              <a:extLst>
                <a:ext uri="{FF2B5EF4-FFF2-40B4-BE49-F238E27FC236}">
                  <a16:creationId xmlns:a16="http://schemas.microsoft.com/office/drawing/2014/main" id="{FED0E447-4258-D5DF-B672-0A5894038AF1}"/>
                </a:ext>
              </a:extLst>
            </p:cNvPr>
            <p:cNvSpPr/>
            <p:nvPr/>
          </p:nvSpPr>
          <p:spPr>
            <a:xfrm>
              <a:off x="410220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lnTo>
                    <a:pt x="3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294;p69">
              <a:extLst>
                <a:ext uri="{FF2B5EF4-FFF2-40B4-BE49-F238E27FC236}">
                  <a16:creationId xmlns:a16="http://schemas.microsoft.com/office/drawing/2014/main" id="{C8A35671-AA5D-C27F-92A9-2420A9B4EFC3}"/>
                </a:ext>
              </a:extLst>
            </p:cNvPr>
            <p:cNvSpPr/>
            <p:nvPr/>
          </p:nvSpPr>
          <p:spPr>
            <a:xfrm>
              <a:off x="415575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295;p69">
              <a:extLst>
                <a:ext uri="{FF2B5EF4-FFF2-40B4-BE49-F238E27FC236}">
                  <a16:creationId xmlns:a16="http://schemas.microsoft.com/office/drawing/2014/main" id="{FDDA7B4B-A1F1-66E3-CF6A-7B67E2ED4928}"/>
                </a:ext>
              </a:extLst>
            </p:cNvPr>
            <p:cNvSpPr/>
            <p:nvPr/>
          </p:nvSpPr>
          <p:spPr>
            <a:xfrm>
              <a:off x="3998225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lnTo>
                    <a:pt x="3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296;p69">
              <a:extLst>
                <a:ext uri="{FF2B5EF4-FFF2-40B4-BE49-F238E27FC236}">
                  <a16:creationId xmlns:a16="http://schemas.microsoft.com/office/drawing/2014/main" id="{91D9DE4F-FA76-FAF3-010D-FAFACF42D7C2}"/>
                </a:ext>
              </a:extLst>
            </p:cNvPr>
            <p:cNvSpPr/>
            <p:nvPr/>
          </p:nvSpPr>
          <p:spPr>
            <a:xfrm>
              <a:off x="4050225" y="24569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lnTo>
                    <a:pt x="3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297;p69">
              <a:extLst>
                <a:ext uri="{FF2B5EF4-FFF2-40B4-BE49-F238E27FC236}">
                  <a16:creationId xmlns:a16="http://schemas.microsoft.com/office/drawing/2014/main" id="{2640F9CF-3C0B-24D8-3F2B-068956AED2FF}"/>
                </a:ext>
              </a:extLst>
            </p:cNvPr>
            <p:cNvSpPr/>
            <p:nvPr/>
          </p:nvSpPr>
          <p:spPr>
            <a:xfrm>
              <a:off x="410220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lnTo>
                    <a:pt x="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298;p69">
              <a:extLst>
                <a:ext uri="{FF2B5EF4-FFF2-40B4-BE49-F238E27FC236}">
                  <a16:creationId xmlns:a16="http://schemas.microsoft.com/office/drawing/2014/main" id="{74EB6923-0CD6-51BB-F1BE-1AEDAD38F5AF}"/>
                </a:ext>
              </a:extLst>
            </p:cNvPr>
            <p:cNvSpPr/>
            <p:nvPr/>
          </p:nvSpPr>
          <p:spPr>
            <a:xfrm>
              <a:off x="415575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lnTo>
                    <a:pt x="3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299;p69">
              <a:extLst>
                <a:ext uri="{FF2B5EF4-FFF2-40B4-BE49-F238E27FC236}">
                  <a16:creationId xmlns:a16="http://schemas.microsoft.com/office/drawing/2014/main" id="{FAAE91A7-1776-CD53-0E1C-ECFF54EDC205}"/>
                </a:ext>
              </a:extLst>
            </p:cNvPr>
            <p:cNvSpPr/>
            <p:nvPr/>
          </p:nvSpPr>
          <p:spPr>
            <a:xfrm>
              <a:off x="3998225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300;p69">
              <a:extLst>
                <a:ext uri="{FF2B5EF4-FFF2-40B4-BE49-F238E27FC236}">
                  <a16:creationId xmlns:a16="http://schemas.microsoft.com/office/drawing/2014/main" id="{318401F0-4D6B-349B-6723-59F645702DFE}"/>
                </a:ext>
              </a:extLst>
            </p:cNvPr>
            <p:cNvSpPr/>
            <p:nvPr/>
          </p:nvSpPr>
          <p:spPr>
            <a:xfrm>
              <a:off x="4050225" y="24916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301;p69">
              <a:extLst>
                <a:ext uri="{FF2B5EF4-FFF2-40B4-BE49-F238E27FC236}">
                  <a16:creationId xmlns:a16="http://schemas.microsoft.com/office/drawing/2014/main" id="{6C3DF8E8-F557-2346-B74E-38689D879C84}"/>
                </a:ext>
              </a:extLst>
            </p:cNvPr>
            <p:cNvSpPr/>
            <p:nvPr/>
          </p:nvSpPr>
          <p:spPr>
            <a:xfrm>
              <a:off x="4102200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lnTo>
                    <a:pt x="3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302;p69">
              <a:extLst>
                <a:ext uri="{FF2B5EF4-FFF2-40B4-BE49-F238E27FC236}">
                  <a16:creationId xmlns:a16="http://schemas.microsoft.com/office/drawing/2014/main" id="{3D0655EF-1BAD-44E4-575D-64EAA33E2886}"/>
                </a:ext>
              </a:extLst>
            </p:cNvPr>
            <p:cNvSpPr/>
            <p:nvPr/>
          </p:nvSpPr>
          <p:spPr>
            <a:xfrm>
              <a:off x="3998225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303;p69">
              <a:extLst>
                <a:ext uri="{FF2B5EF4-FFF2-40B4-BE49-F238E27FC236}">
                  <a16:creationId xmlns:a16="http://schemas.microsoft.com/office/drawing/2014/main" id="{616729DF-56B4-4DC2-1633-3003D3757FA2}"/>
                </a:ext>
              </a:extLst>
            </p:cNvPr>
            <p:cNvSpPr/>
            <p:nvPr/>
          </p:nvSpPr>
          <p:spPr>
            <a:xfrm>
              <a:off x="4050225" y="25263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304;p69">
              <a:extLst>
                <a:ext uri="{FF2B5EF4-FFF2-40B4-BE49-F238E27FC236}">
                  <a16:creationId xmlns:a16="http://schemas.microsoft.com/office/drawing/2014/main" id="{41BB55CF-08BE-5F3F-8F25-B1343EF91C67}"/>
                </a:ext>
              </a:extLst>
            </p:cNvPr>
            <p:cNvSpPr/>
            <p:nvPr/>
          </p:nvSpPr>
          <p:spPr>
            <a:xfrm>
              <a:off x="4102200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lnTo>
                    <a:pt x="3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8479;p67">
            <a:extLst>
              <a:ext uri="{FF2B5EF4-FFF2-40B4-BE49-F238E27FC236}">
                <a16:creationId xmlns:a16="http://schemas.microsoft.com/office/drawing/2014/main" id="{335DE553-3480-F5BB-40AC-7D2B5B88FF19}"/>
              </a:ext>
            </a:extLst>
          </p:cNvPr>
          <p:cNvGrpSpPr/>
          <p:nvPr/>
        </p:nvGrpSpPr>
        <p:grpSpPr>
          <a:xfrm>
            <a:off x="5769186" y="3011644"/>
            <a:ext cx="340168" cy="298978"/>
            <a:chOff x="2081650" y="2050750"/>
            <a:chExt cx="483125" cy="424625"/>
          </a:xfrm>
          <a:solidFill>
            <a:schemeClr val="tx1"/>
          </a:solidFill>
        </p:grpSpPr>
        <p:sp>
          <p:nvSpPr>
            <p:cNvPr id="57" name="Google Shape;8480;p67">
              <a:extLst>
                <a:ext uri="{FF2B5EF4-FFF2-40B4-BE49-F238E27FC236}">
                  <a16:creationId xmlns:a16="http://schemas.microsoft.com/office/drawing/2014/main" id="{76BE434E-3737-4DB1-0701-0A87B515B7C4}"/>
                </a:ext>
              </a:extLst>
            </p:cNvPr>
            <p:cNvSpPr/>
            <p:nvPr/>
          </p:nvSpPr>
          <p:spPr>
            <a:xfrm>
              <a:off x="2081650" y="2050750"/>
              <a:ext cx="483125" cy="424625"/>
            </a:xfrm>
            <a:custGeom>
              <a:avLst/>
              <a:gdLst/>
              <a:ahLst/>
              <a:cxnLst/>
              <a:rect l="l" t="t" r="r" b="b"/>
              <a:pathLst>
                <a:path w="19325" h="16985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8" name="Google Shape;8481;p67">
              <a:extLst>
                <a:ext uri="{FF2B5EF4-FFF2-40B4-BE49-F238E27FC236}">
                  <a16:creationId xmlns:a16="http://schemas.microsoft.com/office/drawing/2014/main" id="{FE8321BD-5AF2-6E96-B70B-CCB2E982D96D}"/>
                </a:ext>
              </a:extLst>
            </p:cNvPr>
            <p:cNvSpPr/>
            <p:nvPr/>
          </p:nvSpPr>
          <p:spPr>
            <a:xfrm>
              <a:off x="2136375" y="2292025"/>
              <a:ext cx="36400" cy="41975"/>
            </a:xfrm>
            <a:custGeom>
              <a:avLst/>
              <a:gdLst/>
              <a:ahLst/>
              <a:cxnLst/>
              <a:rect l="l" t="t" r="r" b="b"/>
              <a:pathLst>
                <a:path w="1456" h="1679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9" name="Google Shape;8482;p67">
              <a:extLst>
                <a:ext uri="{FF2B5EF4-FFF2-40B4-BE49-F238E27FC236}">
                  <a16:creationId xmlns:a16="http://schemas.microsoft.com/office/drawing/2014/main" id="{D16485BD-F3C8-48A6-5093-6E244FA9E2DB}"/>
                </a:ext>
              </a:extLst>
            </p:cNvPr>
            <p:cNvSpPr/>
            <p:nvPr/>
          </p:nvSpPr>
          <p:spPr>
            <a:xfrm>
              <a:off x="2296850" y="2220800"/>
              <a:ext cx="46075" cy="51650"/>
            </a:xfrm>
            <a:custGeom>
              <a:avLst/>
              <a:gdLst/>
              <a:ahLst/>
              <a:cxnLst/>
              <a:rect l="l" t="t" r="r" b="b"/>
              <a:pathLst>
                <a:path w="1843" h="2066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" name="Google Shape;8483;p67">
              <a:extLst>
                <a:ext uri="{FF2B5EF4-FFF2-40B4-BE49-F238E27FC236}">
                  <a16:creationId xmlns:a16="http://schemas.microsoft.com/office/drawing/2014/main" id="{BAB7D51C-6D5C-C7E0-24DC-4C86C530C5AC}"/>
                </a:ext>
              </a:extLst>
            </p:cNvPr>
            <p:cNvSpPr/>
            <p:nvPr/>
          </p:nvSpPr>
          <p:spPr>
            <a:xfrm>
              <a:off x="2158650" y="2216775"/>
              <a:ext cx="47275" cy="51425"/>
            </a:xfrm>
            <a:custGeom>
              <a:avLst/>
              <a:gdLst/>
              <a:ahLst/>
              <a:cxnLst/>
              <a:rect l="l" t="t" r="r" b="b"/>
              <a:pathLst>
                <a:path w="1891" h="2057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1" name="Google Shape;8484;p67">
              <a:extLst>
                <a:ext uri="{FF2B5EF4-FFF2-40B4-BE49-F238E27FC236}">
                  <a16:creationId xmlns:a16="http://schemas.microsoft.com/office/drawing/2014/main" id="{43751ECC-ADBD-697A-338E-AC7FF494D95E}"/>
                </a:ext>
              </a:extLst>
            </p:cNvPr>
            <p:cNvSpPr/>
            <p:nvPr/>
          </p:nvSpPr>
          <p:spPr>
            <a:xfrm>
              <a:off x="2426475" y="2255725"/>
              <a:ext cx="55875" cy="46900"/>
            </a:xfrm>
            <a:custGeom>
              <a:avLst/>
              <a:gdLst/>
              <a:ahLst/>
              <a:cxnLst/>
              <a:rect l="l" t="t" r="r" b="b"/>
              <a:pathLst>
                <a:path w="2235" h="1876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" name="Google Shape;8485;p67">
              <a:extLst>
                <a:ext uri="{FF2B5EF4-FFF2-40B4-BE49-F238E27FC236}">
                  <a16:creationId xmlns:a16="http://schemas.microsoft.com/office/drawing/2014/main" id="{6DC44F72-4118-6D12-998B-E2D5249A0C42}"/>
                </a:ext>
              </a:extLst>
            </p:cNvPr>
            <p:cNvSpPr/>
            <p:nvPr/>
          </p:nvSpPr>
          <p:spPr>
            <a:xfrm>
              <a:off x="2473050" y="2192325"/>
              <a:ext cx="37000" cy="41500"/>
            </a:xfrm>
            <a:custGeom>
              <a:avLst/>
              <a:gdLst/>
              <a:ahLst/>
              <a:cxnLst/>
              <a:rect l="l" t="t" r="r" b="b"/>
              <a:pathLst>
                <a:path w="1480" h="166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5907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0; 0.2,0.5; 0.8,0.5; 1,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0; 0.2,0.5; 0.8,0.5; 1,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 tmFilter="0,0; 0.2,0.5; 0.8,0.5; 1,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0; 0.2,0.5; 0.8,0.5; 1,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 tmFilter="0,0; 0.2,0.5; 0.8,0.5; 1,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 tmFilter="0,0; 0.2,0.5; 0.8,0.5; 1,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" grpId="0" build="p"/>
      <p:bldP spid="415" grpId="0" build="p"/>
      <p:bldP spid="419" grpId="0" build="p"/>
      <p:bldP spid="420" grpId="0" build="p"/>
      <p:bldP spid="416" grpId="0" build="p"/>
      <p:bldP spid="421" grpId="0" build="p"/>
      <p:bldP spid="422" grpId="0" build="p"/>
      <p:bldP spid="423" grpId="0" build="p"/>
      <p:bldP spid="424" grpId="0" build="p"/>
      <p:bldP spid="425" grpId="0" build="p"/>
      <p:bldP spid="426" grpId="0" build="p"/>
      <p:bldP spid="42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>
            <a:spLocks noGrp="1" noEditPoints="1"/>
          </p:cNvSpPr>
          <p:nvPr>
            <p:ph type="title"/>
          </p:nvPr>
        </p:nvSpPr>
        <p:spPr>
          <a:xfrm>
            <a:off x="2083724" y="1527636"/>
            <a:ext cx="8279476" cy="965729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MATHEMATICAL MODEL</a:t>
            </a:r>
          </a:p>
        </p:txBody>
      </p:sp>
      <p:sp>
        <p:nvSpPr>
          <p:cNvPr id="331" name="Google Shape;331;p34"/>
          <p:cNvSpPr>
            <a:spLocks noGrp="1" noEditPoints="1"/>
          </p:cNvSpPr>
          <p:nvPr>
            <p:ph type="title" idx="2"/>
          </p:nvPr>
        </p:nvSpPr>
        <p:spPr>
          <a:xfrm>
            <a:off x="713212" y="1492050"/>
            <a:ext cx="1241967" cy="1106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30" name="Google Shape;330;p34"/>
          <p:cNvSpPr>
            <a:spLocks noGrp="1" noEditPoints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fr-FR" sz="1400" b="1" dirty="0">
                <a:latin typeface="DM Sans" panose="020B0604020202020204" pitchFamily="2" charset="0"/>
              </a:rPr>
              <a:t>Sets, Variables, </a:t>
            </a:r>
            <a:r>
              <a:rPr lang="fr-FR" sz="1400" b="1" dirty="0" err="1">
                <a:latin typeface="DM Sans" panose="020B0604020202020204" pitchFamily="2" charset="0"/>
              </a:rPr>
              <a:t>Constraints</a:t>
            </a:r>
            <a:r>
              <a:rPr lang="fr-FR" sz="1400" b="1" dirty="0">
                <a:latin typeface="DM Sans" panose="020B0604020202020204" pitchFamily="2" charset="0"/>
              </a:rPr>
              <a:t> &amp; Objective </a:t>
            </a:r>
            <a:r>
              <a:rPr lang="fr-FR" sz="1400" b="1" dirty="0" err="1">
                <a:latin typeface="DM Sans" panose="020B0604020202020204" pitchFamily="2" charset="0"/>
              </a:rPr>
              <a:t>Function</a:t>
            </a:r>
            <a:endParaRPr lang="fr-FR" sz="1400" b="1" dirty="0">
              <a:latin typeface="DM Sans" panose="020B0604020202020204" pitchFamily="2" charset="0"/>
            </a:endParaRPr>
          </a:p>
        </p:txBody>
      </p:sp>
      <p:grpSp>
        <p:nvGrpSpPr>
          <p:cNvPr id="332" name="Google Shape;332;p34"/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cxnSp>
        <p:nvCxnSpPr>
          <p:cNvPr id="336" name="Google Shape;336;p34"/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>
            <a:spLocks noGrp="1" noEditPoints="1"/>
          </p:cNvSpPr>
          <p:nvPr>
            <p:ph type="title"/>
          </p:nvPr>
        </p:nvSpPr>
        <p:spPr>
          <a:xfrm>
            <a:off x="719999" y="445025"/>
            <a:ext cx="8089463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sz="3000" dirty="0"/>
              <a:t>Sets &amp; Parameters </a:t>
            </a:r>
          </a:p>
        </p:txBody>
      </p:sp>
      <p:sp>
        <p:nvSpPr>
          <p:cNvPr id="365" name="Google Shape;365;p36"/>
          <p:cNvSpPr>
            <a:spLocks noGrp="1" noEditPoints="1"/>
          </p:cNvSpPr>
          <p:nvPr>
            <p:ph type="subTitle" idx="1"/>
          </p:nvPr>
        </p:nvSpPr>
        <p:spPr>
          <a:xfrm>
            <a:off x="3598169" y="1198591"/>
            <a:ext cx="4938776" cy="1911514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tier_match</a:t>
            </a:r>
            <a:r>
              <a:rPr lang="en-US" dirty="0"/>
              <a:t>(m), round(m), </a:t>
            </a:r>
            <a:r>
              <a:rPr lang="en-US" dirty="0" err="1"/>
              <a:t>is_derby</a:t>
            </a:r>
            <a:r>
              <a:rPr lang="en-US" dirty="0"/>
              <a:t>(m)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tier_slot</a:t>
            </a:r>
            <a:r>
              <a:rPr lang="en-US" dirty="0"/>
              <a:t>(s), </a:t>
            </a:r>
            <a:r>
              <a:rPr lang="en-US" dirty="0" err="1"/>
              <a:t>time_index</a:t>
            </a:r>
            <a:r>
              <a:rPr lang="en-US" dirty="0"/>
              <a:t>(s), </a:t>
            </a:r>
            <a:r>
              <a:rPr lang="en-US" dirty="0" err="1"/>
              <a:t>kickoff_hour</a:t>
            </a:r>
            <a:r>
              <a:rPr lang="en-US" dirty="0"/>
              <a:t>(s)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nominal_week</a:t>
            </a:r>
            <a:r>
              <a:rPr lang="en-US" dirty="0"/>
              <a:t>(r) — ideal week per round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caf_dates</a:t>
            </a:r>
            <a:r>
              <a:rPr lang="en-US" dirty="0"/>
              <a:t>(t), CAF_BUFFER = 4 days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MAX_DAY = 3, MAX_SLOT = 2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REST_LOCAL = 4 days, MAX_STREAK = 2</a:t>
            </a:r>
          </a:p>
          <a:p>
            <a:pPr marL="8826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Weekly load: hard 18 · soft band 6–12</a:t>
            </a:r>
          </a:p>
          <a:p>
            <a:pPr marL="882650" lvl="1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70600" y="1247669"/>
            <a:ext cx="3625658" cy="2648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M — all matches, |M| = 306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S — usable calendar slots, |S| ≈ 824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T — teams, |T| = 18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V — stadiums, |V| = 22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R — rounds {1 … 34}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C ⊆ T — CAF-participating teams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T1 ⊆ T — Tier-1 teams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</a:rPr>
              <a:t>W, D — calendar weeks / dates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155730" y="1374897"/>
            <a:ext cx="0" cy="24261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5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25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75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" grpId="0" build="p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8"/>
          <p:cNvSpPr>
            <a:spLocks noGrp="1" noEditPoints="1"/>
          </p:cNvSpPr>
          <p:nvPr>
            <p:ph type="title"/>
          </p:nvPr>
        </p:nvSpPr>
        <p:spPr>
          <a:xfrm>
            <a:off x="246451" y="4329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dirty="0"/>
              <a:t>DECISION VARIABLES</a:t>
            </a:r>
            <a:endParaRPr dirty="0"/>
          </a:p>
        </p:txBody>
      </p:sp>
      <p:sp>
        <p:nvSpPr>
          <p:cNvPr id="418" name="Google Shape;418;p38"/>
          <p:cNvSpPr>
            <a:spLocks noGrp="1" noEditPoints="1"/>
          </p:cNvSpPr>
          <p:nvPr>
            <p:ph type="subTitle" idx="1"/>
          </p:nvPr>
        </p:nvSpPr>
        <p:spPr>
          <a:xfrm>
            <a:off x="557413" y="1902472"/>
            <a:ext cx="2100000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b="1" dirty="0" err="1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xm,s,v</a:t>
            </a:r>
            <a:r>
              <a:rPr lang="en-US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∈ {0,1}</a:t>
            </a:r>
            <a:endParaRPr lang="en-US" dirty="0"/>
          </a:p>
        </p:txBody>
      </p:sp>
      <p:sp>
        <p:nvSpPr>
          <p:cNvPr id="415" name="Google Shape;415;p38"/>
          <p:cNvSpPr>
            <a:spLocks noGrp="1" noEditPoints="1"/>
          </p:cNvSpPr>
          <p:nvPr>
            <p:ph type="subTitle" idx="2"/>
          </p:nvPr>
        </p:nvSpPr>
        <p:spPr>
          <a:xfrm>
            <a:off x="2818244" y="1913443"/>
            <a:ext cx="2882084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b="1" dirty="0" err="1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match_timem</a:t>
            </a:r>
            <a:r>
              <a:rPr lang="en-US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match_datem</a:t>
            </a:r>
            <a:r>
              <a:rPr lang="en-US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∈ ℤ⁺</a:t>
            </a:r>
            <a:endParaRPr lang="en-US" dirty="0"/>
          </a:p>
        </p:txBody>
      </p:sp>
      <p:sp>
        <p:nvSpPr>
          <p:cNvPr id="419" name="Google Shape;419;p38"/>
          <p:cNvSpPr>
            <a:spLocks noGrp="1" noEditPoints="1"/>
          </p:cNvSpPr>
          <p:nvPr>
            <p:ph type="subTitle" idx="3"/>
          </p:nvPr>
        </p:nvSpPr>
        <p:spPr>
          <a:xfrm>
            <a:off x="910606" y="3300863"/>
            <a:ext cx="3519055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b="1" dirty="0" err="1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load_w</a:t>
            </a:r>
            <a:r>
              <a:rPr lang="en-US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under_load_w</a:t>
            </a:r>
            <a:r>
              <a:rPr lang="en-US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over_load_w</a:t>
            </a:r>
            <a:r>
              <a:rPr lang="en-US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∈ ℤ⁺</a:t>
            </a:r>
            <a:endParaRPr lang="en-US" dirty="0"/>
          </a:p>
        </p:txBody>
      </p:sp>
      <p:sp>
        <p:nvSpPr>
          <p:cNvPr id="420" name="Google Shape;420;p38"/>
          <p:cNvSpPr>
            <a:spLocks noGrp="1" noEditPoints="1"/>
          </p:cNvSpPr>
          <p:nvPr>
            <p:ph type="subTitle" idx="4"/>
          </p:nvPr>
        </p:nvSpPr>
        <p:spPr>
          <a:xfrm>
            <a:off x="4646404" y="3302015"/>
            <a:ext cx="3735939" cy="403983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b="1" dirty="0" err="1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fr_slots</a:t>
            </a:r>
            <a:r>
              <a:rPr lang="en-US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slot_collisionss</a:t>
            </a:r>
            <a:r>
              <a:rPr lang="en-US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overlapv,d</a:t>
            </a:r>
            <a:r>
              <a:rPr lang="en-US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∈ {0,1}</a:t>
            </a:r>
            <a:endParaRPr lang="en-US" dirty="0"/>
          </a:p>
          <a:p>
            <a:endParaRPr lang="en-US" kern="1200" dirty="0">
              <a:solidFill>
                <a:sysClr val="windowText" lastClr="000000"/>
              </a:solidFill>
              <a:latin typeface="Calibri" panose="020F0502020204030204" pitchFamily="34" charset="0"/>
            </a:endParaRPr>
          </a:p>
        </p:txBody>
      </p:sp>
      <p:sp>
        <p:nvSpPr>
          <p:cNvPr id="416" name="Google Shape;416;p38"/>
          <p:cNvSpPr>
            <a:spLocks noGrp="1" noEditPoints="1"/>
          </p:cNvSpPr>
          <p:nvPr>
            <p:ph type="subTitle" idx="5"/>
          </p:nvPr>
        </p:nvSpPr>
        <p:spPr>
          <a:xfrm>
            <a:off x="5881791" y="1878783"/>
            <a:ext cx="2859195" cy="624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b="1" dirty="0" err="1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round_minr</a:t>
            </a:r>
            <a:r>
              <a:rPr lang="en-US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round_maxr</a:t>
            </a:r>
            <a:r>
              <a:rPr lang="en-US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∈ ℤ⁺</a:t>
            </a:r>
          </a:p>
        </p:txBody>
      </p:sp>
      <p:sp>
        <p:nvSpPr>
          <p:cNvPr id="422" name="Google Shape;422;p38"/>
          <p:cNvSpPr>
            <a:spLocks noGrp="1" noEditPoints="1"/>
          </p:cNvSpPr>
          <p:nvPr>
            <p:ph type="subTitle" idx="7"/>
          </p:nvPr>
        </p:nvSpPr>
        <p:spPr>
          <a:xfrm>
            <a:off x="629706" y="1571865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>
              <a:lnSpc>
                <a:spcPct val="100000"/>
              </a:lnSpc>
              <a:buSzPct val="100000"/>
            </a:pPr>
            <a:r>
              <a:rPr lang="en-US" sz="1800" b="1" kern="1200" dirty="0">
                <a:latin typeface="Montserrat ExtraBold" panose="000009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Primary Assignment</a:t>
            </a:r>
          </a:p>
        </p:txBody>
      </p:sp>
      <p:sp>
        <p:nvSpPr>
          <p:cNvPr id="423" name="Google Shape;423;p38"/>
          <p:cNvSpPr>
            <a:spLocks noGrp="1" noEditPoints="1"/>
          </p:cNvSpPr>
          <p:nvPr>
            <p:ph type="subTitle" idx="8"/>
          </p:nvPr>
        </p:nvSpPr>
        <p:spPr>
          <a:xfrm>
            <a:off x="3433789" y="1640250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>
              <a:lnSpc>
                <a:spcPct val="100000"/>
              </a:lnSpc>
              <a:buSzPct val="100000"/>
            </a:pPr>
            <a:r>
              <a:rPr lang="en-US" sz="1800" b="1" kern="1200" dirty="0">
                <a:latin typeface="Montserrat ExtraBold" panose="000009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Auxiliary Time Variables</a:t>
            </a:r>
          </a:p>
        </p:txBody>
      </p:sp>
      <p:sp>
        <p:nvSpPr>
          <p:cNvPr id="424" name="Google Shape;424;p38"/>
          <p:cNvSpPr>
            <a:spLocks noGrp="1" noEditPoints="1"/>
          </p:cNvSpPr>
          <p:nvPr>
            <p:ph type="subTitle" idx="9"/>
          </p:nvPr>
        </p:nvSpPr>
        <p:spPr>
          <a:xfrm>
            <a:off x="1216273" y="2541421"/>
            <a:ext cx="3171514" cy="813579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r>
              <a:rPr lang="en-US" sz="1700" b="1" dirty="0">
                <a:latin typeface="Montserrat ExtraBold" panose="000009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Weekly Load Variables</a:t>
            </a:r>
          </a:p>
        </p:txBody>
      </p:sp>
      <p:sp>
        <p:nvSpPr>
          <p:cNvPr id="426" name="Google Shape;426;p38"/>
          <p:cNvSpPr>
            <a:spLocks noGrp="1" noEditPoints="1"/>
          </p:cNvSpPr>
          <p:nvPr>
            <p:ph type="subTitle" idx="14"/>
          </p:nvPr>
        </p:nvSpPr>
        <p:spPr>
          <a:xfrm>
            <a:off x="6088127" y="1373571"/>
            <a:ext cx="2841093" cy="42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r>
              <a:rPr lang="en-US" sz="1800" b="1" dirty="0">
                <a:latin typeface="Montserrat ExtraBold" panose="000009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Round Min / Max</a:t>
            </a:r>
          </a:p>
        </p:txBody>
      </p:sp>
      <p:grpSp>
        <p:nvGrpSpPr>
          <p:cNvPr id="39" name="Google Shape;9288;p69"/>
          <p:cNvGrpSpPr/>
          <p:nvPr/>
        </p:nvGrpSpPr>
        <p:grpSpPr>
          <a:xfrm>
            <a:off x="3084332" y="1427389"/>
            <a:ext cx="349457" cy="349457"/>
            <a:chOff x="3963575" y="2317575"/>
            <a:chExt cx="296175" cy="296175"/>
          </a:xfrm>
          <a:solidFill>
            <a:schemeClr val="tx1"/>
          </a:solidFill>
        </p:grpSpPr>
        <p:sp>
          <p:nvSpPr>
            <p:cNvPr id="40" name="Google Shape;9289;p69"/>
            <p:cNvSpPr/>
            <p:nvPr/>
          </p:nvSpPr>
          <p:spPr>
            <a:xfrm>
              <a:off x="3963575" y="2317575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>
                  <a:moveTo>
                    <a:pt x="9483" y="1418"/>
                  </a:moveTo>
                  <a:cubicBezTo>
                    <a:pt x="9672" y="1418"/>
                    <a:pt x="9830" y="1576"/>
                    <a:pt x="9830" y="1765"/>
                  </a:cubicBezTo>
                  <a:lnTo>
                    <a:pt x="9830" y="2836"/>
                  </a:lnTo>
                  <a:lnTo>
                    <a:pt x="788" y="2836"/>
                  </a:lnTo>
                  <a:lnTo>
                    <a:pt x="788" y="1765"/>
                  </a:lnTo>
                  <a:lnTo>
                    <a:pt x="725" y="1765"/>
                  </a:lnTo>
                  <a:cubicBezTo>
                    <a:pt x="725" y="1576"/>
                    <a:pt x="883" y="1418"/>
                    <a:pt x="1072" y="1418"/>
                  </a:cubicBezTo>
                  <a:lnTo>
                    <a:pt x="1418" y="1418"/>
                  </a:lnTo>
                  <a:lnTo>
                    <a:pt x="1418" y="1765"/>
                  </a:lnTo>
                  <a:cubicBezTo>
                    <a:pt x="1418" y="1954"/>
                    <a:pt x="1576" y="2143"/>
                    <a:pt x="1765" y="2143"/>
                  </a:cubicBezTo>
                  <a:cubicBezTo>
                    <a:pt x="1954" y="2143"/>
                    <a:pt x="2111" y="1954"/>
                    <a:pt x="2111" y="1765"/>
                  </a:cubicBezTo>
                  <a:lnTo>
                    <a:pt x="2111" y="1418"/>
                  </a:lnTo>
                  <a:lnTo>
                    <a:pt x="3498" y="1418"/>
                  </a:lnTo>
                  <a:lnTo>
                    <a:pt x="3498" y="1765"/>
                  </a:lnTo>
                  <a:cubicBezTo>
                    <a:pt x="3498" y="1954"/>
                    <a:pt x="3655" y="2143"/>
                    <a:pt x="3844" y="2143"/>
                  </a:cubicBezTo>
                  <a:cubicBezTo>
                    <a:pt x="4065" y="2143"/>
                    <a:pt x="4222" y="1954"/>
                    <a:pt x="4222" y="1765"/>
                  </a:cubicBezTo>
                  <a:lnTo>
                    <a:pt x="4222" y="1418"/>
                  </a:lnTo>
                  <a:lnTo>
                    <a:pt x="6333" y="1418"/>
                  </a:lnTo>
                  <a:lnTo>
                    <a:pt x="6333" y="1765"/>
                  </a:lnTo>
                  <a:cubicBezTo>
                    <a:pt x="6333" y="1954"/>
                    <a:pt x="6490" y="2143"/>
                    <a:pt x="6680" y="2143"/>
                  </a:cubicBezTo>
                  <a:cubicBezTo>
                    <a:pt x="6900" y="2143"/>
                    <a:pt x="7058" y="1954"/>
                    <a:pt x="7058" y="1765"/>
                  </a:cubicBezTo>
                  <a:lnTo>
                    <a:pt x="7058" y="1418"/>
                  </a:lnTo>
                  <a:lnTo>
                    <a:pt x="8412" y="1418"/>
                  </a:lnTo>
                  <a:lnTo>
                    <a:pt x="8412" y="1765"/>
                  </a:lnTo>
                  <a:cubicBezTo>
                    <a:pt x="8412" y="1954"/>
                    <a:pt x="8570" y="2143"/>
                    <a:pt x="8790" y="2143"/>
                  </a:cubicBezTo>
                  <a:cubicBezTo>
                    <a:pt x="8979" y="2143"/>
                    <a:pt x="9137" y="1954"/>
                    <a:pt x="9137" y="1765"/>
                  </a:cubicBezTo>
                  <a:lnTo>
                    <a:pt x="9137" y="1418"/>
                  </a:lnTo>
                  <a:lnTo>
                    <a:pt x="9483" y="1418"/>
                  </a:lnTo>
                  <a:close/>
                  <a:moveTo>
                    <a:pt x="9767" y="3497"/>
                  </a:moveTo>
                  <a:lnTo>
                    <a:pt x="9767" y="7026"/>
                  </a:lnTo>
                  <a:cubicBezTo>
                    <a:pt x="9641" y="7026"/>
                    <a:pt x="9546" y="6963"/>
                    <a:pt x="9420" y="6963"/>
                  </a:cubicBezTo>
                  <a:cubicBezTo>
                    <a:pt x="8066" y="6963"/>
                    <a:pt x="6963" y="8066"/>
                    <a:pt x="6963" y="9420"/>
                  </a:cubicBezTo>
                  <a:cubicBezTo>
                    <a:pt x="6963" y="9546"/>
                    <a:pt x="6963" y="9641"/>
                    <a:pt x="7026" y="9767"/>
                  </a:cubicBezTo>
                  <a:lnTo>
                    <a:pt x="1040" y="9767"/>
                  </a:lnTo>
                  <a:cubicBezTo>
                    <a:pt x="820" y="9767"/>
                    <a:pt x="662" y="9609"/>
                    <a:pt x="662" y="9420"/>
                  </a:cubicBezTo>
                  <a:lnTo>
                    <a:pt x="662" y="3497"/>
                  </a:lnTo>
                  <a:lnTo>
                    <a:pt x="9767" y="3497"/>
                  </a:lnTo>
                  <a:close/>
                  <a:moveTo>
                    <a:pt x="9420" y="7688"/>
                  </a:moveTo>
                  <a:cubicBezTo>
                    <a:pt x="10366" y="7688"/>
                    <a:pt x="11153" y="8475"/>
                    <a:pt x="11153" y="9420"/>
                  </a:cubicBezTo>
                  <a:cubicBezTo>
                    <a:pt x="11153" y="10397"/>
                    <a:pt x="10366" y="11185"/>
                    <a:pt x="9420" y="11185"/>
                  </a:cubicBezTo>
                  <a:cubicBezTo>
                    <a:pt x="8475" y="11185"/>
                    <a:pt x="7688" y="10397"/>
                    <a:pt x="7688" y="9420"/>
                  </a:cubicBezTo>
                  <a:cubicBezTo>
                    <a:pt x="7688" y="8475"/>
                    <a:pt x="8475" y="7688"/>
                    <a:pt x="9420" y="7688"/>
                  </a:cubicBez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42" y="725"/>
                    <a:pt x="0" y="1166"/>
                    <a:pt x="0" y="1733"/>
                  </a:cubicBezTo>
                  <a:lnTo>
                    <a:pt x="0" y="9389"/>
                  </a:lnTo>
                  <a:cubicBezTo>
                    <a:pt x="0" y="9956"/>
                    <a:pt x="473" y="10429"/>
                    <a:pt x="1040" y="10429"/>
                  </a:cubicBezTo>
                  <a:lnTo>
                    <a:pt x="7215" y="10429"/>
                  </a:lnTo>
                  <a:cubicBezTo>
                    <a:pt x="7593" y="11279"/>
                    <a:pt x="8444" y="11846"/>
                    <a:pt x="9420" y="11846"/>
                  </a:cubicBezTo>
                  <a:cubicBezTo>
                    <a:pt x="10744" y="11846"/>
                    <a:pt x="11846" y="10744"/>
                    <a:pt x="11846" y="9420"/>
                  </a:cubicBezTo>
                  <a:cubicBezTo>
                    <a:pt x="11846" y="8444"/>
                    <a:pt x="11311" y="7593"/>
                    <a:pt x="10492" y="7215"/>
                  </a:cubicBezTo>
                  <a:lnTo>
                    <a:pt x="10492" y="1733"/>
                  </a:lnTo>
                  <a:cubicBezTo>
                    <a:pt x="10492" y="1135"/>
                    <a:pt x="10019" y="725"/>
                    <a:pt x="9452" y="725"/>
                  </a:cubicBezTo>
                  <a:lnTo>
                    <a:pt x="9105" y="725"/>
                  </a:lnTo>
                  <a:lnTo>
                    <a:pt x="9105" y="347"/>
                  </a:lnTo>
                  <a:cubicBezTo>
                    <a:pt x="9105" y="158"/>
                    <a:pt x="8948" y="0"/>
                    <a:pt x="8759" y="0"/>
                  </a:cubicBezTo>
                  <a:cubicBezTo>
                    <a:pt x="8538" y="0"/>
                    <a:pt x="8381" y="158"/>
                    <a:pt x="8381" y="347"/>
                  </a:cubicBezTo>
                  <a:lnTo>
                    <a:pt x="8381" y="725"/>
                  </a:lnTo>
                  <a:lnTo>
                    <a:pt x="7026" y="725"/>
                  </a:lnTo>
                  <a:lnTo>
                    <a:pt x="7026" y="347"/>
                  </a:lnTo>
                  <a:cubicBezTo>
                    <a:pt x="7026" y="158"/>
                    <a:pt x="6869" y="0"/>
                    <a:pt x="6648" y="0"/>
                  </a:cubicBezTo>
                  <a:cubicBezTo>
                    <a:pt x="6459" y="0"/>
                    <a:pt x="6301" y="158"/>
                    <a:pt x="6301" y="347"/>
                  </a:cubicBezTo>
                  <a:lnTo>
                    <a:pt x="6301" y="725"/>
                  </a:lnTo>
                  <a:lnTo>
                    <a:pt x="4191" y="725"/>
                  </a:lnTo>
                  <a:lnTo>
                    <a:pt x="4191" y="347"/>
                  </a:lnTo>
                  <a:cubicBezTo>
                    <a:pt x="4191" y="158"/>
                    <a:pt x="4033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725"/>
                  </a:lnTo>
                  <a:lnTo>
                    <a:pt x="2080" y="725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290;p69"/>
            <p:cNvSpPr/>
            <p:nvPr/>
          </p:nvSpPr>
          <p:spPr>
            <a:xfrm>
              <a:off x="4190400" y="2526300"/>
              <a:ext cx="34700" cy="35450"/>
            </a:xfrm>
            <a:custGeom>
              <a:avLst/>
              <a:gdLst/>
              <a:ahLst/>
              <a:cxnLst/>
              <a:rect l="l" t="t" r="r" b="b"/>
              <a:pathLst>
                <a:path w="1388" h="1418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71"/>
                  </a:lnTo>
                  <a:cubicBezTo>
                    <a:pt x="1" y="1260"/>
                    <a:pt x="127" y="1418"/>
                    <a:pt x="347" y="1418"/>
                  </a:cubicBezTo>
                  <a:lnTo>
                    <a:pt x="1041" y="1418"/>
                  </a:lnTo>
                  <a:cubicBezTo>
                    <a:pt x="1261" y="1418"/>
                    <a:pt x="1387" y="1260"/>
                    <a:pt x="1387" y="1071"/>
                  </a:cubicBezTo>
                  <a:cubicBezTo>
                    <a:pt x="1387" y="882"/>
                    <a:pt x="1261" y="725"/>
                    <a:pt x="1041" y="725"/>
                  </a:cubicBezTo>
                  <a:lnTo>
                    <a:pt x="694" y="725"/>
                  </a:ln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291;p69"/>
            <p:cNvSpPr/>
            <p:nvPr/>
          </p:nvSpPr>
          <p:spPr>
            <a:xfrm>
              <a:off x="39982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292;p69"/>
            <p:cNvSpPr/>
            <p:nvPr/>
          </p:nvSpPr>
          <p:spPr>
            <a:xfrm>
              <a:off x="4050225" y="24215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293;p69"/>
            <p:cNvSpPr/>
            <p:nvPr/>
          </p:nvSpPr>
          <p:spPr>
            <a:xfrm>
              <a:off x="410220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lnTo>
                    <a:pt x="3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294;p69"/>
            <p:cNvSpPr/>
            <p:nvPr/>
          </p:nvSpPr>
          <p:spPr>
            <a:xfrm>
              <a:off x="415575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295;p69"/>
            <p:cNvSpPr/>
            <p:nvPr/>
          </p:nvSpPr>
          <p:spPr>
            <a:xfrm>
              <a:off x="3998225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lnTo>
                    <a:pt x="3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296;p69"/>
            <p:cNvSpPr/>
            <p:nvPr/>
          </p:nvSpPr>
          <p:spPr>
            <a:xfrm>
              <a:off x="4050225" y="24569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lnTo>
                    <a:pt x="3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297;p69"/>
            <p:cNvSpPr/>
            <p:nvPr/>
          </p:nvSpPr>
          <p:spPr>
            <a:xfrm>
              <a:off x="410220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lnTo>
                    <a:pt x="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298;p69"/>
            <p:cNvSpPr/>
            <p:nvPr/>
          </p:nvSpPr>
          <p:spPr>
            <a:xfrm>
              <a:off x="415575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lnTo>
                    <a:pt x="3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299;p69"/>
            <p:cNvSpPr/>
            <p:nvPr/>
          </p:nvSpPr>
          <p:spPr>
            <a:xfrm>
              <a:off x="3998225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300;p69"/>
            <p:cNvSpPr/>
            <p:nvPr/>
          </p:nvSpPr>
          <p:spPr>
            <a:xfrm>
              <a:off x="4050225" y="24916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301;p69"/>
            <p:cNvSpPr/>
            <p:nvPr/>
          </p:nvSpPr>
          <p:spPr>
            <a:xfrm>
              <a:off x="4102200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lnTo>
                    <a:pt x="3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302;p69"/>
            <p:cNvSpPr/>
            <p:nvPr/>
          </p:nvSpPr>
          <p:spPr>
            <a:xfrm>
              <a:off x="3998225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303;p69"/>
            <p:cNvSpPr/>
            <p:nvPr/>
          </p:nvSpPr>
          <p:spPr>
            <a:xfrm>
              <a:off x="4050225" y="25263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304;p69"/>
            <p:cNvSpPr/>
            <p:nvPr/>
          </p:nvSpPr>
          <p:spPr>
            <a:xfrm>
              <a:off x="4102200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lnTo>
                    <a:pt x="3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8781;p68"/>
          <p:cNvGrpSpPr/>
          <p:nvPr/>
        </p:nvGrpSpPr>
        <p:grpSpPr>
          <a:xfrm>
            <a:off x="216560" y="1344655"/>
            <a:ext cx="324608" cy="374826"/>
            <a:chOff x="-39783425" y="2337925"/>
            <a:chExt cx="275700" cy="318350"/>
          </a:xfrm>
        </p:grpSpPr>
        <p:sp>
          <p:nvSpPr>
            <p:cNvPr id="57" name="Google Shape;8782;p68"/>
            <p:cNvSpPr/>
            <p:nvPr/>
          </p:nvSpPr>
          <p:spPr>
            <a:xfrm>
              <a:off x="-39739325" y="2468600"/>
              <a:ext cx="194575" cy="148500"/>
            </a:xfrm>
            <a:custGeom>
              <a:avLst/>
              <a:gdLst/>
              <a:ahLst/>
              <a:cxnLst/>
              <a:rect l="l" t="t" r="r" b="b"/>
              <a:pathLst>
                <a:path w="7783" h="5940">
                  <a:moveTo>
                    <a:pt x="6349" y="772"/>
                  </a:moveTo>
                  <a:cubicBezTo>
                    <a:pt x="6459" y="772"/>
                    <a:pt x="6570" y="812"/>
                    <a:pt x="6648" y="891"/>
                  </a:cubicBezTo>
                  <a:cubicBezTo>
                    <a:pt x="6711" y="954"/>
                    <a:pt x="6743" y="1017"/>
                    <a:pt x="6806" y="1080"/>
                  </a:cubicBezTo>
                  <a:cubicBezTo>
                    <a:pt x="6837" y="1300"/>
                    <a:pt x="6837" y="1458"/>
                    <a:pt x="6711" y="1552"/>
                  </a:cubicBezTo>
                  <a:lnTo>
                    <a:pt x="3340" y="4955"/>
                  </a:lnTo>
                  <a:cubicBezTo>
                    <a:pt x="3261" y="5033"/>
                    <a:pt x="3151" y="5073"/>
                    <a:pt x="3041" y="5073"/>
                  </a:cubicBezTo>
                  <a:cubicBezTo>
                    <a:pt x="2931" y="5073"/>
                    <a:pt x="2820" y="5033"/>
                    <a:pt x="2742" y="4955"/>
                  </a:cubicBezTo>
                  <a:lnTo>
                    <a:pt x="1040" y="3253"/>
                  </a:lnTo>
                  <a:cubicBezTo>
                    <a:pt x="883" y="3096"/>
                    <a:pt x="883" y="2812"/>
                    <a:pt x="1040" y="2655"/>
                  </a:cubicBezTo>
                  <a:lnTo>
                    <a:pt x="1135" y="2592"/>
                  </a:lnTo>
                  <a:cubicBezTo>
                    <a:pt x="1214" y="2513"/>
                    <a:pt x="1316" y="2474"/>
                    <a:pt x="1418" y="2474"/>
                  </a:cubicBezTo>
                  <a:cubicBezTo>
                    <a:pt x="1521" y="2474"/>
                    <a:pt x="1623" y="2513"/>
                    <a:pt x="1702" y="2592"/>
                  </a:cubicBezTo>
                  <a:lnTo>
                    <a:pt x="2742" y="3600"/>
                  </a:lnTo>
                  <a:cubicBezTo>
                    <a:pt x="2820" y="3679"/>
                    <a:pt x="2931" y="3718"/>
                    <a:pt x="3041" y="3718"/>
                  </a:cubicBezTo>
                  <a:cubicBezTo>
                    <a:pt x="3151" y="3718"/>
                    <a:pt x="3261" y="3679"/>
                    <a:pt x="3340" y="3600"/>
                  </a:cubicBezTo>
                  <a:lnTo>
                    <a:pt x="6050" y="891"/>
                  </a:lnTo>
                  <a:cubicBezTo>
                    <a:pt x="6128" y="812"/>
                    <a:pt x="6239" y="772"/>
                    <a:pt x="6349" y="772"/>
                  </a:cubicBezTo>
                  <a:close/>
                  <a:moveTo>
                    <a:pt x="6369" y="1"/>
                  </a:moveTo>
                  <a:cubicBezTo>
                    <a:pt x="6050" y="1"/>
                    <a:pt x="5719" y="119"/>
                    <a:pt x="5451" y="355"/>
                  </a:cubicBezTo>
                  <a:lnTo>
                    <a:pt x="3025" y="2781"/>
                  </a:lnTo>
                  <a:lnTo>
                    <a:pt x="2269" y="2025"/>
                  </a:lnTo>
                  <a:cubicBezTo>
                    <a:pt x="2040" y="1796"/>
                    <a:pt x="1742" y="1663"/>
                    <a:pt x="1421" y="1663"/>
                  </a:cubicBezTo>
                  <a:cubicBezTo>
                    <a:pt x="1256" y="1663"/>
                    <a:pt x="1085" y="1698"/>
                    <a:pt x="914" y="1773"/>
                  </a:cubicBezTo>
                  <a:cubicBezTo>
                    <a:pt x="694" y="1867"/>
                    <a:pt x="536" y="1993"/>
                    <a:pt x="473" y="2119"/>
                  </a:cubicBezTo>
                  <a:cubicBezTo>
                    <a:pt x="1" y="2592"/>
                    <a:pt x="1" y="3379"/>
                    <a:pt x="473" y="3883"/>
                  </a:cubicBezTo>
                  <a:lnTo>
                    <a:pt x="2143" y="5585"/>
                  </a:lnTo>
                  <a:cubicBezTo>
                    <a:pt x="2379" y="5821"/>
                    <a:pt x="2694" y="5939"/>
                    <a:pt x="3017" y="5939"/>
                  </a:cubicBezTo>
                  <a:cubicBezTo>
                    <a:pt x="3340" y="5939"/>
                    <a:pt x="3671" y="5821"/>
                    <a:pt x="3939" y="5585"/>
                  </a:cubicBezTo>
                  <a:lnTo>
                    <a:pt x="7310" y="2182"/>
                  </a:lnTo>
                  <a:cubicBezTo>
                    <a:pt x="7656" y="1836"/>
                    <a:pt x="7782" y="1300"/>
                    <a:pt x="7593" y="859"/>
                  </a:cubicBezTo>
                  <a:cubicBezTo>
                    <a:pt x="7467" y="575"/>
                    <a:pt x="7310" y="418"/>
                    <a:pt x="7215" y="355"/>
                  </a:cubicBezTo>
                  <a:cubicBezTo>
                    <a:pt x="6995" y="119"/>
                    <a:pt x="6688" y="1"/>
                    <a:pt x="636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783;p68"/>
            <p:cNvSpPr/>
            <p:nvPr/>
          </p:nvSpPr>
          <p:spPr>
            <a:xfrm>
              <a:off x="-39783425" y="2337925"/>
              <a:ext cx="275700" cy="318350"/>
            </a:xfrm>
            <a:custGeom>
              <a:avLst/>
              <a:gdLst/>
              <a:ahLst/>
              <a:cxnLst/>
              <a:rect l="l" t="t" r="r" b="b"/>
              <a:pathLst>
                <a:path w="11028" h="12734">
                  <a:moveTo>
                    <a:pt x="5608" y="793"/>
                  </a:moveTo>
                  <a:cubicBezTo>
                    <a:pt x="5829" y="793"/>
                    <a:pt x="5986" y="1014"/>
                    <a:pt x="6049" y="1234"/>
                  </a:cubicBezTo>
                  <a:cubicBezTo>
                    <a:pt x="6049" y="1486"/>
                    <a:pt x="6238" y="1644"/>
                    <a:pt x="6459" y="1644"/>
                  </a:cubicBezTo>
                  <a:lnTo>
                    <a:pt x="8129" y="1644"/>
                  </a:lnTo>
                  <a:cubicBezTo>
                    <a:pt x="8349" y="1644"/>
                    <a:pt x="8507" y="1833"/>
                    <a:pt x="8570" y="2053"/>
                  </a:cubicBezTo>
                  <a:lnTo>
                    <a:pt x="8570" y="2494"/>
                  </a:lnTo>
                  <a:lnTo>
                    <a:pt x="2773" y="2494"/>
                  </a:lnTo>
                  <a:lnTo>
                    <a:pt x="2773" y="2116"/>
                  </a:lnTo>
                  <a:lnTo>
                    <a:pt x="2741" y="2116"/>
                  </a:lnTo>
                  <a:cubicBezTo>
                    <a:pt x="2741" y="1864"/>
                    <a:pt x="2930" y="1707"/>
                    <a:pt x="3119" y="1675"/>
                  </a:cubicBezTo>
                  <a:lnTo>
                    <a:pt x="4789" y="1675"/>
                  </a:lnTo>
                  <a:cubicBezTo>
                    <a:pt x="5010" y="1675"/>
                    <a:pt x="5167" y="1486"/>
                    <a:pt x="5167" y="1234"/>
                  </a:cubicBezTo>
                  <a:cubicBezTo>
                    <a:pt x="5167" y="1014"/>
                    <a:pt x="5356" y="856"/>
                    <a:pt x="5608" y="793"/>
                  </a:cubicBezTo>
                  <a:close/>
                  <a:moveTo>
                    <a:pt x="10177" y="2494"/>
                  </a:moveTo>
                  <a:lnTo>
                    <a:pt x="10177" y="11883"/>
                  </a:lnTo>
                  <a:lnTo>
                    <a:pt x="788" y="11883"/>
                  </a:lnTo>
                  <a:lnTo>
                    <a:pt x="788" y="2494"/>
                  </a:lnTo>
                  <a:lnTo>
                    <a:pt x="1891" y="2494"/>
                  </a:lnTo>
                  <a:lnTo>
                    <a:pt x="1891" y="2904"/>
                  </a:lnTo>
                  <a:cubicBezTo>
                    <a:pt x="1891" y="3125"/>
                    <a:pt x="2111" y="3314"/>
                    <a:pt x="2332" y="3314"/>
                  </a:cubicBezTo>
                  <a:lnTo>
                    <a:pt x="8948" y="3314"/>
                  </a:lnTo>
                  <a:cubicBezTo>
                    <a:pt x="9200" y="3314"/>
                    <a:pt x="9357" y="3125"/>
                    <a:pt x="9357" y="2904"/>
                  </a:cubicBezTo>
                  <a:lnTo>
                    <a:pt x="9357" y="2494"/>
                  </a:lnTo>
                  <a:lnTo>
                    <a:pt x="10177" y="2494"/>
                  </a:lnTo>
                  <a:close/>
                  <a:moveTo>
                    <a:pt x="5615" y="1"/>
                  </a:moveTo>
                  <a:cubicBezTo>
                    <a:pt x="5456" y="1"/>
                    <a:pt x="5293" y="33"/>
                    <a:pt x="5136" y="100"/>
                  </a:cubicBezTo>
                  <a:cubicBezTo>
                    <a:pt x="4821" y="226"/>
                    <a:pt x="4537" y="478"/>
                    <a:pt x="4474" y="856"/>
                  </a:cubicBezTo>
                  <a:lnTo>
                    <a:pt x="3151" y="856"/>
                  </a:lnTo>
                  <a:cubicBezTo>
                    <a:pt x="2647" y="856"/>
                    <a:pt x="2174" y="1203"/>
                    <a:pt x="1985" y="1675"/>
                  </a:cubicBezTo>
                  <a:lnTo>
                    <a:pt x="410" y="1675"/>
                  </a:lnTo>
                  <a:cubicBezTo>
                    <a:pt x="158" y="1675"/>
                    <a:pt x="0" y="1864"/>
                    <a:pt x="0" y="2116"/>
                  </a:cubicBezTo>
                  <a:lnTo>
                    <a:pt x="0" y="12292"/>
                  </a:lnTo>
                  <a:cubicBezTo>
                    <a:pt x="0" y="12544"/>
                    <a:pt x="221" y="12734"/>
                    <a:pt x="410" y="12734"/>
                  </a:cubicBezTo>
                  <a:lnTo>
                    <a:pt x="10618" y="12734"/>
                  </a:lnTo>
                  <a:cubicBezTo>
                    <a:pt x="10838" y="12734"/>
                    <a:pt x="11027" y="12544"/>
                    <a:pt x="11027" y="12292"/>
                  </a:cubicBezTo>
                  <a:lnTo>
                    <a:pt x="11027" y="2116"/>
                  </a:lnTo>
                  <a:cubicBezTo>
                    <a:pt x="10996" y="1864"/>
                    <a:pt x="10807" y="1675"/>
                    <a:pt x="10555" y="1675"/>
                  </a:cubicBezTo>
                  <a:lnTo>
                    <a:pt x="9263" y="1675"/>
                  </a:lnTo>
                  <a:cubicBezTo>
                    <a:pt x="9105" y="1203"/>
                    <a:pt x="8633" y="856"/>
                    <a:pt x="8097" y="856"/>
                  </a:cubicBezTo>
                  <a:lnTo>
                    <a:pt x="6774" y="856"/>
                  </a:lnTo>
                  <a:cubicBezTo>
                    <a:pt x="6606" y="328"/>
                    <a:pt x="6127" y="1"/>
                    <a:pt x="5615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9234;p69"/>
          <p:cNvGrpSpPr/>
          <p:nvPr/>
        </p:nvGrpSpPr>
        <p:grpSpPr>
          <a:xfrm>
            <a:off x="5841386" y="1345309"/>
            <a:ext cx="351315" cy="348513"/>
            <a:chOff x="6167350" y="2672800"/>
            <a:chExt cx="297750" cy="295375"/>
          </a:xfrm>
        </p:grpSpPr>
        <p:sp>
          <p:nvSpPr>
            <p:cNvPr id="68" name="Google Shape;9235;p69"/>
            <p:cNvSpPr/>
            <p:nvPr/>
          </p:nvSpPr>
          <p:spPr>
            <a:xfrm>
              <a:off x="6167350" y="2672800"/>
              <a:ext cx="226850" cy="295375"/>
            </a:xfrm>
            <a:custGeom>
              <a:avLst/>
              <a:gdLst/>
              <a:ahLst/>
              <a:cxnLst/>
              <a:rect l="l" t="t" r="r" b="b"/>
              <a:pathLst>
                <a:path w="9074" h="11815">
                  <a:moveTo>
                    <a:pt x="4537" y="725"/>
                  </a:moveTo>
                  <a:cubicBezTo>
                    <a:pt x="4758" y="725"/>
                    <a:pt x="4915" y="882"/>
                    <a:pt x="4915" y="1071"/>
                  </a:cubicBezTo>
                  <a:cubicBezTo>
                    <a:pt x="4915" y="1260"/>
                    <a:pt x="5073" y="1418"/>
                    <a:pt x="5262" y="1418"/>
                  </a:cubicBezTo>
                  <a:lnTo>
                    <a:pt x="5955" y="1418"/>
                  </a:lnTo>
                  <a:cubicBezTo>
                    <a:pt x="6175" y="1418"/>
                    <a:pt x="6333" y="1575"/>
                    <a:pt x="6333" y="1796"/>
                  </a:cubicBezTo>
                  <a:cubicBezTo>
                    <a:pt x="6333" y="1985"/>
                    <a:pt x="6175" y="2142"/>
                    <a:pt x="5955" y="2142"/>
                  </a:cubicBezTo>
                  <a:lnTo>
                    <a:pt x="3119" y="2142"/>
                  </a:lnTo>
                  <a:cubicBezTo>
                    <a:pt x="2930" y="2142"/>
                    <a:pt x="2773" y="1985"/>
                    <a:pt x="2773" y="1796"/>
                  </a:cubicBezTo>
                  <a:cubicBezTo>
                    <a:pt x="2773" y="1575"/>
                    <a:pt x="2930" y="1418"/>
                    <a:pt x="3151" y="1418"/>
                  </a:cubicBezTo>
                  <a:lnTo>
                    <a:pt x="3844" y="1418"/>
                  </a:lnTo>
                  <a:cubicBezTo>
                    <a:pt x="4033" y="1418"/>
                    <a:pt x="4191" y="1260"/>
                    <a:pt x="4191" y="1071"/>
                  </a:cubicBezTo>
                  <a:cubicBezTo>
                    <a:pt x="4191" y="882"/>
                    <a:pt x="4348" y="725"/>
                    <a:pt x="4537" y="725"/>
                  </a:cubicBezTo>
                  <a:close/>
                  <a:moveTo>
                    <a:pt x="8066" y="2111"/>
                  </a:moveTo>
                  <a:cubicBezTo>
                    <a:pt x="8255" y="2111"/>
                    <a:pt x="8412" y="2268"/>
                    <a:pt x="8412" y="2458"/>
                  </a:cubicBezTo>
                  <a:lnTo>
                    <a:pt x="8412" y="10806"/>
                  </a:lnTo>
                  <a:lnTo>
                    <a:pt x="8381" y="10806"/>
                  </a:lnTo>
                  <a:cubicBezTo>
                    <a:pt x="8381" y="10995"/>
                    <a:pt x="8223" y="11153"/>
                    <a:pt x="8034" y="11153"/>
                  </a:cubicBezTo>
                  <a:lnTo>
                    <a:pt x="1040" y="11153"/>
                  </a:lnTo>
                  <a:cubicBezTo>
                    <a:pt x="851" y="11153"/>
                    <a:pt x="693" y="10995"/>
                    <a:pt x="693" y="10806"/>
                  </a:cubicBezTo>
                  <a:lnTo>
                    <a:pt x="693" y="2458"/>
                  </a:lnTo>
                  <a:cubicBezTo>
                    <a:pt x="693" y="2268"/>
                    <a:pt x="851" y="2111"/>
                    <a:pt x="1040" y="2111"/>
                  </a:cubicBezTo>
                  <a:lnTo>
                    <a:pt x="2143" y="2111"/>
                  </a:lnTo>
                  <a:cubicBezTo>
                    <a:pt x="2300" y="2489"/>
                    <a:pt x="2647" y="2804"/>
                    <a:pt x="3119" y="2804"/>
                  </a:cubicBezTo>
                  <a:lnTo>
                    <a:pt x="5986" y="2804"/>
                  </a:lnTo>
                  <a:cubicBezTo>
                    <a:pt x="6396" y="2804"/>
                    <a:pt x="6805" y="2521"/>
                    <a:pt x="6963" y="2111"/>
                  </a:cubicBezTo>
                  <a:lnTo>
                    <a:pt x="8066" y="2111"/>
                  </a:lnTo>
                  <a:close/>
                  <a:moveTo>
                    <a:pt x="4506" y="0"/>
                  </a:moveTo>
                  <a:cubicBezTo>
                    <a:pt x="4096" y="0"/>
                    <a:pt x="3686" y="284"/>
                    <a:pt x="3529" y="725"/>
                  </a:cubicBezTo>
                  <a:lnTo>
                    <a:pt x="3088" y="725"/>
                  </a:lnTo>
                  <a:cubicBezTo>
                    <a:pt x="2678" y="725"/>
                    <a:pt x="2269" y="1008"/>
                    <a:pt x="2111" y="1418"/>
                  </a:cubicBezTo>
                  <a:lnTo>
                    <a:pt x="1009" y="1418"/>
                  </a:lnTo>
                  <a:cubicBezTo>
                    <a:pt x="410" y="1418"/>
                    <a:pt x="0" y="1890"/>
                    <a:pt x="0" y="2458"/>
                  </a:cubicBezTo>
                  <a:lnTo>
                    <a:pt x="0" y="10806"/>
                  </a:lnTo>
                  <a:cubicBezTo>
                    <a:pt x="0" y="11405"/>
                    <a:pt x="473" y="11814"/>
                    <a:pt x="1009" y="11814"/>
                  </a:cubicBezTo>
                  <a:lnTo>
                    <a:pt x="7971" y="11814"/>
                  </a:lnTo>
                  <a:cubicBezTo>
                    <a:pt x="8570" y="11814"/>
                    <a:pt x="9011" y="11342"/>
                    <a:pt x="9011" y="10806"/>
                  </a:cubicBezTo>
                  <a:lnTo>
                    <a:pt x="9011" y="2458"/>
                  </a:lnTo>
                  <a:cubicBezTo>
                    <a:pt x="9074" y="1859"/>
                    <a:pt x="8601" y="1418"/>
                    <a:pt x="8034" y="1418"/>
                  </a:cubicBezTo>
                  <a:lnTo>
                    <a:pt x="6931" y="1418"/>
                  </a:lnTo>
                  <a:cubicBezTo>
                    <a:pt x="6774" y="1040"/>
                    <a:pt x="6396" y="725"/>
                    <a:pt x="5923" y="725"/>
                  </a:cubicBezTo>
                  <a:lnTo>
                    <a:pt x="5545" y="725"/>
                  </a:lnTo>
                  <a:cubicBezTo>
                    <a:pt x="5514" y="567"/>
                    <a:pt x="5388" y="441"/>
                    <a:pt x="5262" y="315"/>
                  </a:cubicBezTo>
                  <a:cubicBezTo>
                    <a:pt x="5073" y="126"/>
                    <a:pt x="4789" y="0"/>
                    <a:pt x="450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236;p69"/>
            <p:cNvSpPr/>
            <p:nvPr/>
          </p:nvSpPr>
          <p:spPr>
            <a:xfrm>
              <a:off x="6201225" y="2762575"/>
              <a:ext cx="52775" cy="49650"/>
            </a:xfrm>
            <a:custGeom>
              <a:avLst/>
              <a:gdLst/>
              <a:ahLst/>
              <a:cxnLst/>
              <a:rect l="l" t="t" r="r" b="b"/>
              <a:pathLst>
                <a:path w="2111" h="1986">
                  <a:moveTo>
                    <a:pt x="406" y="1"/>
                  </a:moveTo>
                  <a:cubicBezTo>
                    <a:pt x="315" y="1"/>
                    <a:pt x="221" y="32"/>
                    <a:pt x="158" y="95"/>
                  </a:cubicBezTo>
                  <a:cubicBezTo>
                    <a:pt x="63" y="190"/>
                    <a:pt x="63" y="442"/>
                    <a:pt x="158" y="568"/>
                  </a:cubicBezTo>
                  <a:lnTo>
                    <a:pt x="599" y="977"/>
                  </a:lnTo>
                  <a:lnTo>
                    <a:pt x="158" y="1418"/>
                  </a:lnTo>
                  <a:cubicBezTo>
                    <a:pt x="0" y="1544"/>
                    <a:pt x="0" y="1733"/>
                    <a:pt x="158" y="1891"/>
                  </a:cubicBezTo>
                  <a:cubicBezTo>
                    <a:pt x="221" y="1954"/>
                    <a:pt x="315" y="1985"/>
                    <a:pt x="406" y="1985"/>
                  </a:cubicBezTo>
                  <a:cubicBezTo>
                    <a:pt x="496" y="1985"/>
                    <a:pt x="583" y="1954"/>
                    <a:pt x="630" y="1891"/>
                  </a:cubicBezTo>
                  <a:lnTo>
                    <a:pt x="1071" y="1450"/>
                  </a:lnTo>
                  <a:lnTo>
                    <a:pt x="1512" y="1891"/>
                  </a:lnTo>
                  <a:cubicBezTo>
                    <a:pt x="1575" y="1954"/>
                    <a:pt x="1662" y="1985"/>
                    <a:pt x="1749" y="1985"/>
                  </a:cubicBezTo>
                  <a:cubicBezTo>
                    <a:pt x="1835" y="1985"/>
                    <a:pt x="1922" y="1954"/>
                    <a:pt x="1985" y="1891"/>
                  </a:cubicBezTo>
                  <a:cubicBezTo>
                    <a:pt x="2111" y="1765"/>
                    <a:pt x="2111" y="1544"/>
                    <a:pt x="1985" y="1418"/>
                  </a:cubicBezTo>
                  <a:lnTo>
                    <a:pt x="1544" y="977"/>
                  </a:lnTo>
                  <a:lnTo>
                    <a:pt x="1985" y="568"/>
                  </a:lnTo>
                  <a:cubicBezTo>
                    <a:pt x="2111" y="442"/>
                    <a:pt x="2111" y="190"/>
                    <a:pt x="1985" y="95"/>
                  </a:cubicBezTo>
                  <a:cubicBezTo>
                    <a:pt x="1922" y="32"/>
                    <a:pt x="1835" y="1"/>
                    <a:pt x="1749" y="1"/>
                  </a:cubicBezTo>
                  <a:cubicBezTo>
                    <a:pt x="1662" y="1"/>
                    <a:pt x="1575" y="32"/>
                    <a:pt x="1512" y="95"/>
                  </a:cubicBezTo>
                  <a:lnTo>
                    <a:pt x="1071" y="505"/>
                  </a:lnTo>
                  <a:lnTo>
                    <a:pt x="630" y="95"/>
                  </a:lnTo>
                  <a:cubicBezTo>
                    <a:pt x="583" y="32"/>
                    <a:pt x="496" y="1"/>
                    <a:pt x="406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237;p69"/>
            <p:cNvSpPr/>
            <p:nvPr/>
          </p:nvSpPr>
          <p:spPr>
            <a:xfrm>
              <a:off x="6308325" y="2882300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>
                  <a:moveTo>
                    <a:pt x="363" y="0"/>
                  </a:moveTo>
                  <a:cubicBezTo>
                    <a:pt x="276" y="0"/>
                    <a:pt x="190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lnTo>
                    <a:pt x="568" y="1009"/>
                  </a:lnTo>
                  <a:lnTo>
                    <a:pt x="127" y="1450"/>
                  </a:lnTo>
                  <a:cubicBezTo>
                    <a:pt x="1" y="1544"/>
                    <a:pt x="1" y="1796"/>
                    <a:pt x="127" y="1891"/>
                  </a:cubicBezTo>
                  <a:cubicBezTo>
                    <a:pt x="190" y="1954"/>
                    <a:pt x="276" y="1985"/>
                    <a:pt x="363" y="1985"/>
                  </a:cubicBezTo>
                  <a:cubicBezTo>
                    <a:pt x="450" y="1985"/>
                    <a:pt x="536" y="1954"/>
                    <a:pt x="599" y="1891"/>
                  </a:cubicBezTo>
                  <a:lnTo>
                    <a:pt x="1040" y="1481"/>
                  </a:lnTo>
                  <a:lnTo>
                    <a:pt x="1481" y="1891"/>
                  </a:lnTo>
                  <a:cubicBezTo>
                    <a:pt x="1529" y="1954"/>
                    <a:pt x="1615" y="1985"/>
                    <a:pt x="1706" y="1985"/>
                  </a:cubicBezTo>
                  <a:cubicBezTo>
                    <a:pt x="1797" y="1985"/>
                    <a:pt x="1891" y="1954"/>
                    <a:pt x="1954" y="1891"/>
                  </a:cubicBezTo>
                  <a:cubicBezTo>
                    <a:pt x="2049" y="1796"/>
                    <a:pt x="2049" y="1544"/>
                    <a:pt x="1954" y="1450"/>
                  </a:cubicBezTo>
                  <a:lnTo>
                    <a:pt x="1513" y="1009"/>
                  </a:lnTo>
                  <a:lnTo>
                    <a:pt x="1954" y="567"/>
                  </a:lnTo>
                  <a:cubicBezTo>
                    <a:pt x="2049" y="441"/>
                    <a:pt x="2049" y="252"/>
                    <a:pt x="1954" y="95"/>
                  </a:cubicBezTo>
                  <a:cubicBezTo>
                    <a:pt x="1891" y="32"/>
                    <a:pt x="1804" y="0"/>
                    <a:pt x="1718" y="0"/>
                  </a:cubicBezTo>
                  <a:cubicBezTo>
                    <a:pt x="1631" y="0"/>
                    <a:pt x="1544" y="32"/>
                    <a:pt x="1481" y="95"/>
                  </a:cubicBezTo>
                  <a:lnTo>
                    <a:pt x="1040" y="536"/>
                  </a:lnTo>
                  <a:lnTo>
                    <a:pt x="599" y="95"/>
                  </a:lnTo>
                  <a:cubicBezTo>
                    <a:pt x="536" y="32"/>
                    <a:pt x="450" y="0"/>
                    <a:pt x="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238;p69"/>
            <p:cNvSpPr/>
            <p:nvPr/>
          </p:nvSpPr>
          <p:spPr>
            <a:xfrm>
              <a:off x="6200425" y="2759425"/>
              <a:ext cx="156775" cy="174875"/>
            </a:xfrm>
            <a:custGeom>
              <a:avLst/>
              <a:gdLst/>
              <a:ahLst/>
              <a:cxnLst/>
              <a:rect l="l" t="t" r="r" b="b"/>
              <a:pathLst>
                <a:path w="6271" h="6995">
                  <a:moveTo>
                    <a:pt x="1103" y="5609"/>
                  </a:moveTo>
                  <a:cubicBezTo>
                    <a:pt x="1292" y="5609"/>
                    <a:pt x="1450" y="5766"/>
                    <a:pt x="1450" y="5955"/>
                  </a:cubicBezTo>
                  <a:cubicBezTo>
                    <a:pt x="1450" y="6144"/>
                    <a:pt x="1292" y="6302"/>
                    <a:pt x="1103" y="6302"/>
                  </a:cubicBezTo>
                  <a:cubicBezTo>
                    <a:pt x="914" y="6302"/>
                    <a:pt x="757" y="6144"/>
                    <a:pt x="757" y="5955"/>
                  </a:cubicBezTo>
                  <a:cubicBezTo>
                    <a:pt x="757" y="5766"/>
                    <a:pt x="914" y="5609"/>
                    <a:pt x="1103" y="5609"/>
                  </a:cubicBezTo>
                  <a:close/>
                  <a:moveTo>
                    <a:pt x="5325" y="1"/>
                  </a:moveTo>
                  <a:cubicBezTo>
                    <a:pt x="5230" y="1"/>
                    <a:pt x="5136" y="64"/>
                    <a:pt x="5073" y="127"/>
                  </a:cubicBezTo>
                  <a:lnTo>
                    <a:pt x="4380" y="851"/>
                  </a:lnTo>
                  <a:cubicBezTo>
                    <a:pt x="4254" y="946"/>
                    <a:pt x="4254" y="1198"/>
                    <a:pt x="4380" y="1324"/>
                  </a:cubicBezTo>
                  <a:cubicBezTo>
                    <a:pt x="4443" y="1371"/>
                    <a:pt x="4529" y="1395"/>
                    <a:pt x="4616" y="1395"/>
                  </a:cubicBezTo>
                  <a:cubicBezTo>
                    <a:pt x="4703" y="1395"/>
                    <a:pt x="4789" y="1371"/>
                    <a:pt x="4852" y="1324"/>
                  </a:cubicBezTo>
                  <a:lnTo>
                    <a:pt x="4978" y="1198"/>
                  </a:lnTo>
                  <a:lnTo>
                    <a:pt x="4978" y="2458"/>
                  </a:lnTo>
                  <a:cubicBezTo>
                    <a:pt x="4978" y="2647"/>
                    <a:pt x="4821" y="2805"/>
                    <a:pt x="4600" y="2805"/>
                  </a:cubicBezTo>
                  <a:lnTo>
                    <a:pt x="1765" y="2805"/>
                  </a:lnTo>
                  <a:cubicBezTo>
                    <a:pt x="1513" y="2805"/>
                    <a:pt x="1229" y="2931"/>
                    <a:pt x="1040" y="3120"/>
                  </a:cubicBezTo>
                  <a:cubicBezTo>
                    <a:pt x="820" y="3309"/>
                    <a:pt x="725" y="3592"/>
                    <a:pt x="725" y="3876"/>
                  </a:cubicBezTo>
                  <a:lnTo>
                    <a:pt x="725" y="4978"/>
                  </a:lnTo>
                  <a:cubicBezTo>
                    <a:pt x="316" y="5136"/>
                    <a:pt x="1" y="5482"/>
                    <a:pt x="1" y="5955"/>
                  </a:cubicBezTo>
                  <a:cubicBezTo>
                    <a:pt x="1" y="6554"/>
                    <a:pt x="473" y="6995"/>
                    <a:pt x="1040" y="6995"/>
                  </a:cubicBezTo>
                  <a:cubicBezTo>
                    <a:pt x="1607" y="6995"/>
                    <a:pt x="2048" y="6522"/>
                    <a:pt x="2048" y="5955"/>
                  </a:cubicBezTo>
                  <a:cubicBezTo>
                    <a:pt x="2048" y="5514"/>
                    <a:pt x="1765" y="5136"/>
                    <a:pt x="1355" y="4978"/>
                  </a:cubicBezTo>
                  <a:lnTo>
                    <a:pt x="1355" y="3876"/>
                  </a:lnTo>
                  <a:cubicBezTo>
                    <a:pt x="1355" y="3687"/>
                    <a:pt x="1513" y="3529"/>
                    <a:pt x="1702" y="3529"/>
                  </a:cubicBezTo>
                  <a:lnTo>
                    <a:pt x="4537" y="3529"/>
                  </a:lnTo>
                  <a:cubicBezTo>
                    <a:pt x="5136" y="3529"/>
                    <a:pt x="5545" y="3057"/>
                    <a:pt x="5545" y="2490"/>
                  </a:cubicBezTo>
                  <a:lnTo>
                    <a:pt x="5545" y="1229"/>
                  </a:lnTo>
                  <a:lnTo>
                    <a:pt x="5671" y="1355"/>
                  </a:lnTo>
                  <a:cubicBezTo>
                    <a:pt x="5734" y="1418"/>
                    <a:pt x="5821" y="1450"/>
                    <a:pt x="5908" y="1450"/>
                  </a:cubicBezTo>
                  <a:cubicBezTo>
                    <a:pt x="5994" y="1450"/>
                    <a:pt x="6081" y="1418"/>
                    <a:pt x="6144" y="1355"/>
                  </a:cubicBezTo>
                  <a:cubicBezTo>
                    <a:pt x="6270" y="1229"/>
                    <a:pt x="6270" y="1009"/>
                    <a:pt x="6144" y="883"/>
                  </a:cubicBezTo>
                  <a:lnTo>
                    <a:pt x="5545" y="127"/>
                  </a:lnTo>
                  <a:cubicBezTo>
                    <a:pt x="5482" y="64"/>
                    <a:pt x="5388" y="1"/>
                    <a:pt x="5325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239;p69"/>
            <p:cNvSpPr/>
            <p:nvPr/>
          </p:nvSpPr>
          <p:spPr>
            <a:xfrm>
              <a:off x="6412300" y="2742900"/>
              <a:ext cx="52800" cy="208725"/>
            </a:xfrm>
            <a:custGeom>
              <a:avLst/>
              <a:gdLst/>
              <a:ahLst/>
              <a:cxnLst/>
              <a:rect l="l" t="t" r="r" b="b"/>
              <a:pathLst>
                <a:path w="2112" h="8349">
                  <a:moveTo>
                    <a:pt x="1009" y="662"/>
                  </a:moveTo>
                  <a:cubicBezTo>
                    <a:pt x="1229" y="662"/>
                    <a:pt x="1387" y="819"/>
                    <a:pt x="1387" y="1040"/>
                  </a:cubicBezTo>
                  <a:lnTo>
                    <a:pt x="1387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387" y="2048"/>
                  </a:moveTo>
                  <a:lnTo>
                    <a:pt x="1387" y="6017"/>
                  </a:lnTo>
                  <a:cubicBezTo>
                    <a:pt x="1261" y="5986"/>
                    <a:pt x="1142" y="5970"/>
                    <a:pt x="1024" y="5970"/>
                  </a:cubicBezTo>
                  <a:cubicBezTo>
                    <a:pt x="906" y="5970"/>
                    <a:pt x="788" y="5986"/>
                    <a:pt x="662" y="6017"/>
                  </a:cubicBezTo>
                  <a:lnTo>
                    <a:pt x="662" y="2048"/>
                  </a:lnTo>
                  <a:lnTo>
                    <a:pt x="1387" y="2048"/>
                  </a:lnTo>
                  <a:close/>
                  <a:moveTo>
                    <a:pt x="1009" y="6711"/>
                  </a:moveTo>
                  <a:cubicBezTo>
                    <a:pt x="1103" y="6711"/>
                    <a:pt x="1166" y="6711"/>
                    <a:pt x="1261" y="6742"/>
                  </a:cubicBezTo>
                  <a:lnTo>
                    <a:pt x="1009" y="7246"/>
                  </a:lnTo>
                  <a:lnTo>
                    <a:pt x="788" y="6742"/>
                  </a:lnTo>
                  <a:cubicBezTo>
                    <a:pt x="851" y="6711"/>
                    <a:pt x="946" y="6711"/>
                    <a:pt x="1009" y="6711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6616"/>
                  </a:lnTo>
                  <a:cubicBezTo>
                    <a:pt x="0" y="6648"/>
                    <a:pt x="0" y="6742"/>
                    <a:pt x="32" y="6774"/>
                  </a:cubicBezTo>
                  <a:lnTo>
                    <a:pt x="757" y="8160"/>
                  </a:lnTo>
                  <a:cubicBezTo>
                    <a:pt x="788" y="8286"/>
                    <a:pt x="946" y="8349"/>
                    <a:pt x="1040" y="8349"/>
                  </a:cubicBezTo>
                  <a:cubicBezTo>
                    <a:pt x="1166" y="8349"/>
                    <a:pt x="1292" y="8286"/>
                    <a:pt x="1355" y="8160"/>
                  </a:cubicBezTo>
                  <a:lnTo>
                    <a:pt x="2080" y="6774"/>
                  </a:lnTo>
                  <a:cubicBezTo>
                    <a:pt x="2111" y="6742"/>
                    <a:pt x="2111" y="6648"/>
                    <a:pt x="2111" y="6616"/>
                  </a:cubicBezTo>
                  <a:lnTo>
                    <a:pt x="2111" y="1040"/>
                  </a:ln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6B02396-65A2-7192-E1C0-4EB16F88A398}"/>
              </a:ext>
            </a:extLst>
          </p:cNvPr>
          <p:cNvGrpSpPr/>
          <p:nvPr/>
        </p:nvGrpSpPr>
        <p:grpSpPr>
          <a:xfrm>
            <a:off x="4833601" y="2992855"/>
            <a:ext cx="322553" cy="342328"/>
            <a:chOff x="4075321" y="3074629"/>
            <a:chExt cx="322553" cy="342328"/>
          </a:xfrm>
        </p:grpSpPr>
        <p:sp>
          <p:nvSpPr>
            <p:cNvPr id="74" name="Google Shape;10011;p71"/>
            <p:cNvSpPr/>
            <p:nvPr/>
          </p:nvSpPr>
          <p:spPr>
            <a:xfrm>
              <a:off x="4075321" y="3075377"/>
              <a:ext cx="322553" cy="341580"/>
            </a:xfrm>
            <a:custGeom>
              <a:avLst/>
              <a:gdLst/>
              <a:ahLst/>
              <a:cxnLst/>
              <a:rect l="l" t="t" r="r" b="b"/>
              <a:pathLst>
                <a:path w="13359" h="14147">
                  <a:moveTo>
                    <a:pt x="7184" y="1670"/>
                  </a:moveTo>
                  <a:cubicBezTo>
                    <a:pt x="7405" y="1670"/>
                    <a:pt x="7625" y="1859"/>
                    <a:pt x="7625" y="2048"/>
                  </a:cubicBezTo>
                  <a:lnTo>
                    <a:pt x="7625" y="4191"/>
                  </a:lnTo>
                  <a:cubicBezTo>
                    <a:pt x="7499" y="4128"/>
                    <a:pt x="7342" y="4096"/>
                    <a:pt x="7184" y="4096"/>
                  </a:cubicBezTo>
                  <a:cubicBezTo>
                    <a:pt x="7027" y="4096"/>
                    <a:pt x="6900" y="4128"/>
                    <a:pt x="6743" y="4191"/>
                  </a:cubicBezTo>
                  <a:lnTo>
                    <a:pt x="6743" y="2048"/>
                  </a:lnTo>
                  <a:cubicBezTo>
                    <a:pt x="6743" y="1828"/>
                    <a:pt x="6932" y="1670"/>
                    <a:pt x="7184" y="1670"/>
                  </a:cubicBezTo>
                  <a:close/>
                  <a:moveTo>
                    <a:pt x="8791" y="788"/>
                  </a:moveTo>
                  <a:cubicBezTo>
                    <a:pt x="8980" y="788"/>
                    <a:pt x="9200" y="977"/>
                    <a:pt x="9200" y="1229"/>
                  </a:cubicBezTo>
                  <a:lnTo>
                    <a:pt x="9200" y="5356"/>
                  </a:lnTo>
                  <a:cubicBezTo>
                    <a:pt x="9200" y="5608"/>
                    <a:pt x="9389" y="5797"/>
                    <a:pt x="9610" y="5797"/>
                  </a:cubicBezTo>
                  <a:cubicBezTo>
                    <a:pt x="9862" y="5797"/>
                    <a:pt x="10019" y="5608"/>
                    <a:pt x="10019" y="5356"/>
                  </a:cubicBezTo>
                  <a:lnTo>
                    <a:pt x="10019" y="2048"/>
                  </a:lnTo>
                  <a:cubicBezTo>
                    <a:pt x="10019" y="1828"/>
                    <a:pt x="10209" y="1670"/>
                    <a:pt x="10398" y="1670"/>
                  </a:cubicBezTo>
                  <a:cubicBezTo>
                    <a:pt x="10618" y="1670"/>
                    <a:pt x="10807" y="1859"/>
                    <a:pt x="10807" y="2048"/>
                  </a:cubicBezTo>
                  <a:lnTo>
                    <a:pt x="10807" y="5356"/>
                  </a:lnTo>
                  <a:cubicBezTo>
                    <a:pt x="10807" y="5608"/>
                    <a:pt x="10996" y="5797"/>
                    <a:pt x="11185" y="5797"/>
                  </a:cubicBezTo>
                  <a:cubicBezTo>
                    <a:pt x="11406" y="5797"/>
                    <a:pt x="11626" y="5608"/>
                    <a:pt x="11626" y="5356"/>
                  </a:cubicBezTo>
                  <a:lnTo>
                    <a:pt x="11626" y="4537"/>
                  </a:lnTo>
                  <a:cubicBezTo>
                    <a:pt x="11626" y="4285"/>
                    <a:pt x="11815" y="4096"/>
                    <a:pt x="12036" y="4096"/>
                  </a:cubicBezTo>
                  <a:cubicBezTo>
                    <a:pt x="12256" y="4096"/>
                    <a:pt x="12414" y="4285"/>
                    <a:pt x="12414" y="4537"/>
                  </a:cubicBezTo>
                  <a:lnTo>
                    <a:pt x="12414" y="8696"/>
                  </a:lnTo>
                  <a:cubicBezTo>
                    <a:pt x="12414" y="9389"/>
                    <a:pt x="11878" y="9925"/>
                    <a:pt x="11154" y="9925"/>
                  </a:cubicBezTo>
                  <a:lnTo>
                    <a:pt x="9925" y="9925"/>
                  </a:lnTo>
                  <a:lnTo>
                    <a:pt x="9925" y="7845"/>
                  </a:lnTo>
                  <a:cubicBezTo>
                    <a:pt x="9925" y="7184"/>
                    <a:pt x="9389" y="6617"/>
                    <a:pt x="8665" y="6617"/>
                  </a:cubicBezTo>
                  <a:cubicBezTo>
                    <a:pt x="8507" y="6617"/>
                    <a:pt x="8413" y="6648"/>
                    <a:pt x="8287" y="6711"/>
                  </a:cubicBezTo>
                  <a:cubicBezTo>
                    <a:pt x="8413" y="6585"/>
                    <a:pt x="8413" y="1891"/>
                    <a:pt x="8413" y="1229"/>
                  </a:cubicBezTo>
                  <a:cubicBezTo>
                    <a:pt x="8413" y="977"/>
                    <a:pt x="8602" y="788"/>
                    <a:pt x="8791" y="788"/>
                  </a:cubicBezTo>
                  <a:close/>
                  <a:moveTo>
                    <a:pt x="5483" y="4096"/>
                  </a:moveTo>
                  <a:cubicBezTo>
                    <a:pt x="5735" y="4096"/>
                    <a:pt x="5892" y="4254"/>
                    <a:pt x="5924" y="4506"/>
                  </a:cubicBezTo>
                  <a:lnTo>
                    <a:pt x="5924" y="8696"/>
                  </a:lnTo>
                  <a:cubicBezTo>
                    <a:pt x="5924" y="8948"/>
                    <a:pt x="6113" y="9105"/>
                    <a:pt x="6302" y="9105"/>
                  </a:cubicBezTo>
                  <a:cubicBezTo>
                    <a:pt x="6554" y="9105"/>
                    <a:pt x="6743" y="8885"/>
                    <a:pt x="6743" y="8696"/>
                  </a:cubicBezTo>
                  <a:lnTo>
                    <a:pt x="6743" y="5356"/>
                  </a:lnTo>
                  <a:cubicBezTo>
                    <a:pt x="6743" y="5136"/>
                    <a:pt x="6932" y="4915"/>
                    <a:pt x="7153" y="4915"/>
                  </a:cubicBezTo>
                  <a:cubicBezTo>
                    <a:pt x="7342" y="4915"/>
                    <a:pt x="7562" y="5136"/>
                    <a:pt x="7562" y="5356"/>
                  </a:cubicBezTo>
                  <a:lnTo>
                    <a:pt x="7562" y="8696"/>
                  </a:lnTo>
                  <a:cubicBezTo>
                    <a:pt x="7562" y="8948"/>
                    <a:pt x="7783" y="9105"/>
                    <a:pt x="7972" y="9105"/>
                  </a:cubicBezTo>
                  <a:cubicBezTo>
                    <a:pt x="8161" y="9105"/>
                    <a:pt x="8350" y="8885"/>
                    <a:pt x="8350" y="8696"/>
                  </a:cubicBezTo>
                  <a:lnTo>
                    <a:pt x="8350" y="7877"/>
                  </a:lnTo>
                  <a:cubicBezTo>
                    <a:pt x="8350" y="7656"/>
                    <a:pt x="8570" y="7436"/>
                    <a:pt x="8759" y="7436"/>
                  </a:cubicBezTo>
                  <a:cubicBezTo>
                    <a:pt x="8948" y="7436"/>
                    <a:pt x="9137" y="7656"/>
                    <a:pt x="9137" y="7877"/>
                  </a:cubicBezTo>
                  <a:lnTo>
                    <a:pt x="9137" y="12035"/>
                  </a:lnTo>
                  <a:cubicBezTo>
                    <a:pt x="9137" y="12728"/>
                    <a:pt x="8602" y="13264"/>
                    <a:pt x="7940" y="13264"/>
                  </a:cubicBezTo>
                  <a:lnTo>
                    <a:pt x="3403" y="13264"/>
                  </a:lnTo>
                  <a:cubicBezTo>
                    <a:pt x="2994" y="13264"/>
                    <a:pt x="2647" y="13075"/>
                    <a:pt x="2427" y="12791"/>
                  </a:cubicBezTo>
                  <a:cubicBezTo>
                    <a:pt x="915" y="10523"/>
                    <a:pt x="1009" y="10649"/>
                    <a:pt x="1009" y="10586"/>
                  </a:cubicBezTo>
                  <a:cubicBezTo>
                    <a:pt x="915" y="10429"/>
                    <a:pt x="915" y="10208"/>
                    <a:pt x="1104" y="10051"/>
                  </a:cubicBezTo>
                  <a:cubicBezTo>
                    <a:pt x="1189" y="9980"/>
                    <a:pt x="1280" y="9947"/>
                    <a:pt x="1370" y="9947"/>
                  </a:cubicBezTo>
                  <a:cubicBezTo>
                    <a:pt x="1479" y="9947"/>
                    <a:pt x="1584" y="9995"/>
                    <a:pt x="1671" y="10082"/>
                  </a:cubicBezTo>
                  <a:lnTo>
                    <a:pt x="2742" y="11153"/>
                  </a:lnTo>
                  <a:cubicBezTo>
                    <a:pt x="2818" y="11230"/>
                    <a:pt x="2918" y="11271"/>
                    <a:pt x="3005" y="11271"/>
                  </a:cubicBezTo>
                  <a:cubicBezTo>
                    <a:pt x="3062" y="11271"/>
                    <a:pt x="3114" y="11254"/>
                    <a:pt x="3151" y="11216"/>
                  </a:cubicBezTo>
                  <a:cubicBezTo>
                    <a:pt x="3340" y="11153"/>
                    <a:pt x="3403" y="11027"/>
                    <a:pt x="3403" y="10838"/>
                  </a:cubicBezTo>
                  <a:lnTo>
                    <a:pt x="3403" y="5356"/>
                  </a:lnTo>
                  <a:cubicBezTo>
                    <a:pt x="3403" y="5136"/>
                    <a:pt x="3592" y="4915"/>
                    <a:pt x="3845" y="4915"/>
                  </a:cubicBezTo>
                  <a:cubicBezTo>
                    <a:pt x="4065" y="4915"/>
                    <a:pt x="4223" y="5136"/>
                    <a:pt x="4223" y="5356"/>
                  </a:cubicBezTo>
                  <a:lnTo>
                    <a:pt x="4223" y="8696"/>
                  </a:lnTo>
                  <a:cubicBezTo>
                    <a:pt x="4223" y="8948"/>
                    <a:pt x="4412" y="9105"/>
                    <a:pt x="4664" y="9105"/>
                  </a:cubicBezTo>
                  <a:cubicBezTo>
                    <a:pt x="4884" y="9105"/>
                    <a:pt x="5105" y="8885"/>
                    <a:pt x="5105" y="8696"/>
                  </a:cubicBezTo>
                  <a:lnTo>
                    <a:pt x="5105" y="4537"/>
                  </a:lnTo>
                  <a:cubicBezTo>
                    <a:pt x="5105" y="4285"/>
                    <a:pt x="5294" y="4096"/>
                    <a:pt x="5483" y="4096"/>
                  </a:cubicBezTo>
                  <a:close/>
                  <a:moveTo>
                    <a:pt x="8822" y="1"/>
                  </a:moveTo>
                  <a:cubicBezTo>
                    <a:pt x="8255" y="1"/>
                    <a:pt x="7783" y="410"/>
                    <a:pt x="7657" y="914"/>
                  </a:cubicBezTo>
                  <a:cubicBezTo>
                    <a:pt x="7499" y="883"/>
                    <a:pt x="7342" y="820"/>
                    <a:pt x="7184" y="820"/>
                  </a:cubicBezTo>
                  <a:cubicBezTo>
                    <a:pt x="6522" y="820"/>
                    <a:pt x="5955" y="1387"/>
                    <a:pt x="5955" y="2048"/>
                  </a:cubicBezTo>
                  <a:lnTo>
                    <a:pt x="5955" y="3340"/>
                  </a:lnTo>
                  <a:cubicBezTo>
                    <a:pt x="5829" y="3309"/>
                    <a:pt x="5672" y="3277"/>
                    <a:pt x="5514" y="3277"/>
                  </a:cubicBezTo>
                  <a:cubicBezTo>
                    <a:pt x="4947" y="3277"/>
                    <a:pt x="4475" y="3655"/>
                    <a:pt x="4349" y="4191"/>
                  </a:cubicBezTo>
                  <a:cubicBezTo>
                    <a:pt x="4191" y="4128"/>
                    <a:pt x="4034" y="4096"/>
                    <a:pt x="3876" y="4096"/>
                  </a:cubicBezTo>
                  <a:cubicBezTo>
                    <a:pt x="3214" y="4096"/>
                    <a:pt x="2616" y="4663"/>
                    <a:pt x="2616" y="5356"/>
                  </a:cubicBezTo>
                  <a:lnTo>
                    <a:pt x="2616" y="9862"/>
                  </a:lnTo>
                  <a:lnTo>
                    <a:pt x="2269" y="9483"/>
                  </a:lnTo>
                  <a:cubicBezTo>
                    <a:pt x="2025" y="9239"/>
                    <a:pt x="1712" y="9121"/>
                    <a:pt x="1398" y="9121"/>
                  </a:cubicBezTo>
                  <a:cubicBezTo>
                    <a:pt x="1105" y="9121"/>
                    <a:pt x="811" y="9223"/>
                    <a:pt x="568" y="9420"/>
                  </a:cubicBezTo>
                  <a:cubicBezTo>
                    <a:pt x="95" y="9862"/>
                    <a:pt x="1" y="10555"/>
                    <a:pt x="379" y="11059"/>
                  </a:cubicBezTo>
                  <a:lnTo>
                    <a:pt x="1797" y="13264"/>
                  </a:lnTo>
                  <a:cubicBezTo>
                    <a:pt x="2175" y="13831"/>
                    <a:pt x="2805" y="14146"/>
                    <a:pt x="3435" y="14146"/>
                  </a:cubicBezTo>
                  <a:lnTo>
                    <a:pt x="7972" y="14146"/>
                  </a:lnTo>
                  <a:cubicBezTo>
                    <a:pt x="9106" y="14146"/>
                    <a:pt x="10051" y="13201"/>
                    <a:pt x="10051" y="12035"/>
                  </a:cubicBezTo>
                  <a:lnTo>
                    <a:pt x="10051" y="10807"/>
                  </a:lnTo>
                  <a:lnTo>
                    <a:pt x="11280" y="10807"/>
                  </a:lnTo>
                  <a:cubicBezTo>
                    <a:pt x="12414" y="10807"/>
                    <a:pt x="13359" y="9862"/>
                    <a:pt x="13359" y="8696"/>
                  </a:cubicBezTo>
                  <a:lnTo>
                    <a:pt x="13359" y="4537"/>
                  </a:lnTo>
                  <a:cubicBezTo>
                    <a:pt x="13359" y="3876"/>
                    <a:pt x="12823" y="3309"/>
                    <a:pt x="12130" y="3309"/>
                  </a:cubicBezTo>
                  <a:cubicBezTo>
                    <a:pt x="11973" y="3309"/>
                    <a:pt x="11878" y="3340"/>
                    <a:pt x="11752" y="3372"/>
                  </a:cubicBezTo>
                  <a:lnTo>
                    <a:pt x="11752" y="2048"/>
                  </a:lnTo>
                  <a:cubicBezTo>
                    <a:pt x="11752" y="1387"/>
                    <a:pt x="11185" y="820"/>
                    <a:pt x="10492" y="820"/>
                  </a:cubicBezTo>
                  <a:cubicBezTo>
                    <a:pt x="10335" y="820"/>
                    <a:pt x="10177" y="883"/>
                    <a:pt x="10019" y="914"/>
                  </a:cubicBezTo>
                  <a:cubicBezTo>
                    <a:pt x="9862" y="410"/>
                    <a:pt x="9389" y="1"/>
                    <a:pt x="882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0012;p71"/>
            <p:cNvSpPr/>
            <p:nvPr/>
          </p:nvSpPr>
          <p:spPr>
            <a:xfrm>
              <a:off x="4077615" y="3075571"/>
              <a:ext cx="61642" cy="59735"/>
            </a:xfrm>
            <a:custGeom>
              <a:avLst/>
              <a:gdLst/>
              <a:ahLst/>
              <a:cxnLst/>
              <a:rect l="l" t="t" r="r" b="b"/>
              <a:pathLst>
                <a:path w="2553" h="2474">
                  <a:moveTo>
                    <a:pt x="457" y="0"/>
                  </a:moveTo>
                  <a:cubicBezTo>
                    <a:pt x="347" y="0"/>
                    <a:pt x="237" y="40"/>
                    <a:pt x="158" y="119"/>
                  </a:cubicBezTo>
                  <a:cubicBezTo>
                    <a:pt x="0" y="276"/>
                    <a:pt x="0" y="560"/>
                    <a:pt x="158" y="717"/>
                  </a:cubicBezTo>
                  <a:lnTo>
                    <a:pt x="1796" y="2355"/>
                  </a:lnTo>
                  <a:cubicBezTo>
                    <a:pt x="1891" y="2434"/>
                    <a:pt x="2001" y="2474"/>
                    <a:pt x="2107" y="2474"/>
                  </a:cubicBezTo>
                  <a:cubicBezTo>
                    <a:pt x="2214" y="2474"/>
                    <a:pt x="2316" y="2434"/>
                    <a:pt x="2395" y="2355"/>
                  </a:cubicBezTo>
                  <a:cubicBezTo>
                    <a:pt x="2552" y="2198"/>
                    <a:pt x="2552" y="1914"/>
                    <a:pt x="2395" y="1757"/>
                  </a:cubicBezTo>
                  <a:lnTo>
                    <a:pt x="757" y="119"/>
                  </a:lnTo>
                  <a:cubicBezTo>
                    <a:pt x="678" y="40"/>
                    <a:pt x="568" y="0"/>
                    <a:pt x="45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0013;p71"/>
            <p:cNvSpPr/>
            <p:nvPr/>
          </p:nvSpPr>
          <p:spPr>
            <a:xfrm>
              <a:off x="4158235" y="3074629"/>
              <a:ext cx="19823" cy="60870"/>
            </a:xfrm>
            <a:custGeom>
              <a:avLst/>
              <a:gdLst/>
              <a:ahLst/>
              <a:cxnLst/>
              <a:rect l="l" t="t" r="r" b="b"/>
              <a:pathLst>
                <a:path w="821" h="2521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2079"/>
                  </a:lnTo>
                  <a:cubicBezTo>
                    <a:pt x="1" y="2331"/>
                    <a:pt x="221" y="2520"/>
                    <a:pt x="442" y="2520"/>
                  </a:cubicBezTo>
                  <a:cubicBezTo>
                    <a:pt x="631" y="2520"/>
                    <a:pt x="820" y="2331"/>
                    <a:pt x="820" y="2079"/>
                  </a:cubicBezTo>
                  <a:lnTo>
                    <a:pt x="820" y="441"/>
                  </a:lnTo>
                  <a:cubicBezTo>
                    <a:pt x="820" y="189"/>
                    <a:pt x="631" y="0"/>
                    <a:pt x="44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0014;p71"/>
            <p:cNvSpPr/>
            <p:nvPr/>
          </p:nvSpPr>
          <p:spPr>
            <a:xfrm>
              <a:off x="4078363" y="3155249"/>
              <a:ext cx="60894" cy="19799"/>
            </a:xfrm>
            <a:custGeom>
              <a:avLst/>
              <a:gdLst/>
              <a:ahLst/>
              <a:cxnLst/>
              <a:rect l="l" t="t" r="r" b="b"/>
              <a:pathLst>
                <a:path w="2522" h="82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31"/>
                    <a:pt x="190" y="820"/>
                    <a:pt x="442" y="820"/>
                  </a:cubicBezTo>
                  <a:lnTo>
                    <a:pt x="2080" y="820"/>
                  </a:lnTo>
                  <a:cubicBezTo>
                    <a:pt x="2332" y="820"/>
                    <a:pt x="2521" y="631"/>
                    <a:pt x="2521" y="442"/>
                  </a:cubicBezTo>
                  <a:cubicBezTo>
                    <a:pt x="2521" y="190"/>
                    <a:pt x="2332" y="1"/>
                    <a:pt x="2080" y="1"/>
                  </a:cubicBezTo>
                  <a:lnTo>
                    <a:pt x="442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10281;p73"/>
          <p:cNvGrpSpPr/>
          <p:nvPr/>
        </p:nvGrpSpPr>
        <p:grpSpPr>
          <a:xfrm>
            <a:off x="910606" y="2922249"/>
            <a:ext cx="423069" cy="420507"/>
            <a:chOff x="-4932650" y="2046625"/>
            <a:chExt cx="293025" cy="291250"/>
          </a:xfrm>
        </p:grpSpPr>
        <p:sp>
          <p:nvSpPr>
            <p:cNvPr id="79" name="Google Shape;10282;p73"/>
            <p:cNvSpPr/>
            <p:nvPr/>
          </p:nvSpPr>
          <p:spPr>
            <a:xfrm>
              <a:off x="-4932650" y="2046625"/>
              <a:ext cx="293025" cy="291250"/>
            </a:xfrm>
            <a:custGeom>
              <a:avLst/>
              <a:gdLst/>
              <a:ahLst/>
              <a:cxnLst/>
              <a:rect l="l" t="t" r="r" b="b"/>
              <a:pathLst>
                <a:path w="11721" h="11650">
                  <a:moveTo>
                    <a:pt x="7625" y="694"/>
                  </a:moveTo>
                  <a:cubicBezTo>
                    <a:pt x="9515" y="694"/>
                    <a:pt x="11059" y="2206"/>
                    <a:pt x="11059" y="4096"/>
                  </a:cubicBezTo>
                  <a:cubicBezTo>
                    <a:pt x="11059" y="5987"/>
                    <a:pt x="9515" y="7530"/>
                    <a:pt x="7625" y="7530"/>
                  </a:cubicBezTo>
                  <a:cubicBezTo>
                    <a:pt x="5735" y="7530"/>
                    <a:pt x="4223" y="5987"/>
                    <a:pt x="4223" y="4096"/>
                  </a:cubicBezTo>
                  <a:cubicBezTo>
                    <a:pt x="4223" y="2206"/>
                    <a:pt x="5735" y="694"/>
                    <a:pt x="7625" y="694"/>
                  </a:cubicBezTo>
                  <a:close/>
                  <a:moveTo>
                    <a:pt x="3344" y="8066"/>
                  </a:moveTo>
                  <a:cubicBezTo>
                    <a:pt x="3435" y="8066"/>
                    <a:pt x="3529" y="8098"/>
                    <a:pt x="3593" y="8161"/>
                  </a:cubicBezTo>
                  <a:cubicBezTo>
                    <a:pt x="3719" y="8287"/>
                    <a:pt x="3719" y="8507"/>
                    <a:pt x="3593" y="8633"/>
                  </a:cubicBezTo>
                  <a:lnTo>
                    <a:pt x="1324" y="10870"/>
                  </a:lnTo>
                  <a:cubicBezTo>
                    <a:pt x="1277" y="10933"/>
                    <a:pt x="1190" y="10964"/>
                    <a:pt x="1100" y="10964"/>
                  </a:cubicBezTo>
                  <a:cubicBezTo>
                    <a:pt x="1009" y="10964"/>
                    <a:pt x="915" y="10933"/>
                    <a:pt x="852" y="10870"/>
                  </a:cubicBezTo>
                  <a:cubicBezTo>
                    <a:pt x="757" y="10744"/>
                    <a:pt x="757" y="10523"/>
                    <a:pt x="852" y="10397"/>
                  </a:cubicBezTo>
                  <a:lnTo>
                    <a:pt x="3120" y="8161"/>
                  </a:lnTo>
                  <a:cubicBezTo>
                    <a:pt x="3167" y="8098"/>
                    <a:pt x="3254" y="8066"/>
                    <a:pt x="3344" y="8066"/>
                  </a:cubicBezTo>
                  <a:close/>
                  <a:moveTo>
                    <a:pt x="7625" y="1"/>
                  </a:moveTo>
                  <a:cubicBezTo>
                    <a:pt x="5357" y="1"/>
                    <a:pt x="3529" y="1860"/>
                    <a:pt x="3529" y="4096"/>
                  </a:cubicBezTo>
                  <a:cubicBezTo>
                    <a:pt x="3529" y="5136"/>
                    <a:pt x="3908" y="6050"/>
                    <a:pt x="4538" y="6743"/>
                  </a:cubicBezTo>
                  <a:lnTo>
                    <a:pt x="3813" y="7467"/>
                  </a:lnTo>
                  <a:cubicBezTo>
                    <a:pt x="3673" y="7386"/>
                    <a:pt x="3520" y="7347"/>
                    <a:pt x="3367" y="7347"/>
                  </a:cubicBezTo>
                  <a:cubicBezTo>
                    <a:pt x="3106" y="7347"/>
                    <a:pt x="2846" y="7458"/>
                    <a:pt x="2647" y="7656"/>
                  </a:cubicBezTo>
                  <a:lnTo>
                    <a:pt x="379" y="9893"/>
                  </a:lnTo>
                  <a:cubicBezTo>
                    <a:pt x="1" y="10271"/>
                    <a:pt x="1" y="10964"/>
                    <a:pt x="379" y="11343"/>
                  </a:cubicBezTo>
                  <a:cubicBezTo>
                    <a:pt x="584" y="11547"/>
                    <a:pt x="852" y="11650"/>
                    <a:pt x="1119" y="11650"/>
                  </a:cubicBezTo>
                  <a:cubicBezTo>
                    <a:pt x="1387" y="11650"/>
                    <a:pt x="1655" y="11547"/>
                    <a:pt x="1860" y="11343"/>
                  </a:cubicBezTo>
                  <a:lnTo>
                    <a:pt x="4097" y="9106"/>
                  </a:lnTo>
                  <a:cubicBezTo>
                    <a:pt x="4412" y="8791"/>
                    <a:pt x="4506" y="8318"/>
                    <a:pt x="4286" y="7909"/>
                  </a:cubicBezTo>
                  <a:lnTo>
                    <a:pt x="5010" y="7215"/>
                  </a:lnTo>
                  <a:cubicBezTo>
                    <a:pt x="5703" y="7814"/>
                    <a:pt x="6648" y="8192"/>
                    <a:pt x="7625" y="8192"/>
                  </a:cubicBezTo>
                  <a:cubicBezTo>
                    <a:pt x="9925" y="8192"/>
                    <a:pt x="11721" y="6333"/>
                    <a:pt x="11721" y="4096"/>
                  </a:cubicBezTo>
                  <a:cubicBezTo>
                    <a:pt x="11721" y="1828"/>
                    <a:pt x="9893" y="1"/>
                    <a:pt x="7625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0283;p73"/>
            <p:cNvSpPr/>
            <p:nvPr/>
          </p:nvSpPr>
          <p:spPr>
            <a:xfrm>
              <a:off x="-4802675" y="2115050"/>
              <a:ext cx="122100" cy="86075"/>
            </a:xfrm>
            <a:custGeom>
              <a:avLst/>
              <a:gdLst/>
              <a:ahLst/>
              <a:cxnLst/>
              <a:rect l="l" t="t" r="r" b="b"/>
              <a:pathLst>
                <a:path w="4884" h="3443">
                  <a:moveTo>
                    <a:pt x="2428" y="1"/>
                  </a:moveTo>
                  <a:cubicBezTo>
                    <a:pt x="2301" y="1"/>
                    <a:pt x="2172" y="72"/>
                    <a:pt x="2111" y="225"/>
                  </a:cubicBezTo>
                  <a:lnTo>
                    <a:pt x="1418" y="2116"/>
                  </a:lnTo>
                  <a:lnTo>
                    <a:pt x="693" y="225"/>
                  </a:lnTo>
                  <a:cubicBezTo>
                    <a:pt x="645" y="105"/>
                    <a:pt x="524" y="4"/>
                    <a:pt x="400" y="4"/>
                  </a:cubicBezTo>
                  <a:cubicBezTo>
                    <a:pt x="361" y="4"/>
                    <a:pt x="321" y="14"/>
                    <a:pt x="284" y="36"/>
                  </a:cubicBezTo>
                  <a:cubicBezTo>
                    <a:pt x="126" y="99"/>
                    <a:pt x="0" y="288"/>
                    <a:pt x="63" y="446"/>
                  </a:cubicBezTo>
                  <a:lnTo>
                    <a:pt x="1103" y="3218"/>
                  </a:lnTo>
                  <a:cubicBezTo>
                    <a:pt x="1168" y="3364"/>
                    <a:pt x="1299" y="3443"/>
                    <a:pt x="1428" y="3443"/>
                  </a:cubicBezTo>
                  <a:cubicBezTo>
                    <a:pt x="1551" y="3443"/>
                    <a:pt x="1672" y="3372"/>
                    <a:pt x="1733" y="3218"/>
                  </a:cubicBezTo>
                  <a:lnTo>
                    <a:pt x="2426" y="1328"/>
                  </a:lnTo>
                  <a:lnTo>
                    <a:pt x="3151" y="3218"/>
                  </a:lnTo>
                  <a:cubicBezTo>
                    <a:pt x="3215" y="3364"/>
                    <a:pt x="3346" y="3443"/>
                    <a:pt x="3476" y="3443"/>
                  </a:cubicBezTo>
                  <a:cubicBezTo>
                    <a:pt x="3598" y="3443"/>
                    <a:pt x="3719" y="3372"/>
                    <a:pt x="3781" y="3218"/>
                  </a:cubicBezTo>
                  <a:lnTo>
                    <a:pt x="4789" y="446"/>
                  </a:lnTo>
                  <a:cubicBezTo>
                    <a:pt x="4884" y="257"/>
                    <a:pt x="4789" y="68"/>
                    <a:pt x="4600" y="36"/>
                  </a:cubicBezTo>
                  <a:cubicBezTo>
                    <a:pt x="4562" y="14"/>
                    <a:pt x="4521" y="4"/>
                    <a:pt x="4479" y="4"/>
                  </a:cubicBezTo>
                  <a:cubicBezTo>
                    <a:pt x="4346" y="4"/>
                    <a:pt x="4207" y="105"/>
                    <a:pt x="4159" y="225"/>
                  </a:cubicBezTo>
                  <a:lnTo>
                    <a:pt x="3466" y="2116"/>
                  </a:lnTo>
                  <a:lnTo>
                    <a:pt x="2741" y="225"/>
                  </a:lnTo>
                  <a:cubicBezTo>
                    <a:pt x="2693" y="80"/>
                    <a:pt x="2561" y="1"/>
                    <a:pt x="2428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423;p38">
            <a:extLst>
              <a:ext uri="{FF2B5EF4-FFF2-40B4-BE49-F238E27FC236}">
                <a16:creationId xmlns:a16="http://schemas.microsoft.com/office/drawing/2014/main" id="{7E02DAFE-C871-6D2B-9657-B4933034FD53}"/>
              </a:ext>
            </a:extLst>
          </p:cNvPr>
          <p:cNvSpPr txBox="1">
            <a:spLocks noEditPoints="1"/>
          </p:cNvSpPr>
          <p:nvPr/>
        </p:nvSpPr>
        <p:spPr>
          <a:xfrm>
            <a:off x="5242068" y="3093274"/>
            <a:ext cx="2615821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Autofit/>
          </a:bodyPr>
          <a:lstStyle>
            <a:lvl1pPr marL="457200" marR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 panose="020B0604020202020204" pitchFamily="2" charset="0"/>
              <a:buNone/>
              <a:defRPr sz="2200" b="0" i="0" u="none" strike="noStrike" cap="none">
                <a:solidFill>
                  <a:schemeClr val="dk1"/>
                </a:solidFill>
                <a:latin typeface="Montserrat ExtraBold" panose="00000900000000000000" pitchFamily="2" charset="0"/>
                <a:ea typeface="Montserrat ExtraBold" panose="00000900000000000000" pitchFamily="2" charset="0"/>
                <a:cs typeface="Montserrat ExtraBold" panose="00000900000000000000" pitchFamily="2" charset="0"/>
                <a:sym typeface="Montserrat ExtraBold" panose="00000900000000000000" pitchFamily="2" charset="0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 panose="020B0604020202020204" pitchFamily="2" charset="0"/>
              <a:buNone/>
              <a:defRPr sz="2200" b="1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 panose="020B0604020202020204" pitchFamily="2" charset="0"/>
              <a:buNone/>
              <a:defRPr sz="2200" b="1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 panose="020B0604020202020204" pitchFamily="2" charset="0"/>
              <a:buNone/>
              <a:defRPr sz="2200" b="1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 panose="020B0604020202020204" pitchFamily="2" charset="0"/>
              <a:buNone/>
              <a:defRPr sz="2200" b="1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 panose="020B0604020202020204" pitchFamily="2" charset="0"/>
              <a:buNone/>
              <a:defRPr sz="2200" b="1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 panose="020B0604020202020204" pitchFamily="2" charset="0"/>
              <a:buNone/>
              <a:defRPr sz="2200" b="1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 panose="020B0604020202020204" pitchFamily="2" charset="0"/>
              <a:buNone/>
              <a:defRPr sz="2200" b="1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ans" panose="020B0604020202020204" pitchFamily="2" charset="0"/>
              <a:buNone/>
              <a:defRPr sz="2200" b="1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pPr marL="0" indent="0">
              <a:lnSpc>
                <a:spcPct val="100000"/>
              </a:lnSpc>
              <a:buSzPct val="100000"/>
            </a:pPr>
            <a:r>
              <a:rPr lang="en-US" sz="1800" b="1" kern="1200" dirty="0">
                <a:ea typeface="Calibri" panose="020F0502020204030204" pitchFamily="34" charset="0"/>
                <a:cs typeface="Calibri" panose="020F0502020204030204" pitchFamily="34" charset="0"/>
              </a:rPr>
              <a:t>Final-Round &amp; Collision Indicators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0; 0.2,0.5; 0.8,0.5; 1,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" grpId="0" build="p"/>
      <p:bldP spid="415" grpId="0" build="p"/>
      <p:bldP spid="419" grpId="0" build="p"/>
      <p:bldP spid="420" grpId="0" build="p"/>
      <p:bldP spid="416" grpId="0" build="p"/>
      <p:bldP spid="422" grpId="0" build="p"/>
      <p:bldP spid="423" grpId="0" build="p"/>
      <p:bldP spid="424" grpId="0" build="p"/>
      <p:bldP spid="426" grpId="0" build="p"/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459808" y="355817"/>
            <a:ext cx="7704000" cy="572700"/>
          </a:xfrm>
        </p:spPr>
        <p:txBody>
          <a:bodyPr/>
          <a:lstStyle/>
          <a:p>
            <a:r>
              <a:rPr lang="en-US" dirty="0"/>
              <a:t>HARD CONSTRAINTS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1121988" y="1014788"/>
            <a:ext cx="7360372" cy="688634"/>
            <a:chOff x="1121988" y="1014788"/>
            <a:chExt cx="7360372" cy="688634"/>
          </a:xfrm>
        </p:grpSpPr>
        <p:sp>
          <p:nvSpPr>
            <p:cNvPr id="35" name="Text 3"/>
            <p:cNvSpPr/>
            <p:nvPr/>
          </p:nvSpPr>
          <p:spPr>
            <a:xfrm>
              <a:off x="1121988" y="1133772"/>
              <a:ext cx="1878308" cy="2933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None/>
              </a:pPr>
              <a:r>
                <a:rPr kumimoji="0" lang="en-US" sz="135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Assignment &amp; Capacity</a:t>
              </a: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36" name="Text 4"/>
            <p:cNvSpPr/>
            <p:nvPr/>
          </p:nvSpPr>
          <p:spPr>
            <a:xfrm>
              <a:off x="1121988" y="1360951"/>
              <a:ext cx="1498724" cy="2933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None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C9A227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H1, H4, H5, H6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37" name="Text 5"/>
            <p:cNvSpPr/>
            <p:nvPr/>
          </p:nvSpPr>
          <p:spPr>
            <a:xfrm>
              <a:off x="2838295" y="1014788"/>
              <a:ext cx="5644065" cy="688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None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DM Sans" panose="020B0604020202020204" pitchFamily="2" charset="0"/>
                  <a:ea typeface="Calibri" panose="020F0502020204030204" pitchFamily="34" charset="0"/>
                  <a:cs typeface="Calibri" panose="020F0502020204030204" pitchFamily="34" charset="0"/>
                </a:rPr>
                <a:t>Every match gets exactly one slot; venues host ≤1 match per slot; ≤3 matches/day; ≤2 matches share a kickoff slot.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DM Sans" panose="020B0604020202020204" pitchFamily="2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121987" y="1784898"/>
            <a:ext cx="7360373" cy="688634"/>
            <a:chOff x="1121987" y="1014788"/>
            <a:chExt cx="7360373" cy="688634"/>
          </a:xfrm>
        </p:grpSpPr>
        <p:sp>
          <p:nvSpPr>
            <p:cNvPr id="47" name="Text 3"/>
            <p:cNvSpPr/>
            <p:nvPr/>
          </p:nvSpPr>
          <p:spPr>
            <a:xfrm>
              <a:off x="1121987" y="1159508"/>
              <a:ext cx="1878308" cy="2933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None/>
              </a:pPr>
              <a:r>
                <a:rPr kumimoji="0" lang="en-US" sz="135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Rest &amp; Fairness</a:t>
              </a:r>
            </a:p>
          </p:txBody>
        </p:sp>
        <p:sp>
          <p:nvSpPr>
            <p:cNvPr id="48" name="Text 4"/>
            <p:cNvSpPr/>
            <p:nvPr/>
          </p:nvSpPr>
          <p:spPr>
            <a:xfrm>
              <a:off x="1121988" y="1360951"/>
              <a:ext cx="1498724" cy="2933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b="1" dirty="0">
                  <a:solidFill>
                    <a:srgbClr val="C9A227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H3, H7, H13</a:t>
              </a:r>
              <a:endParaRPr lang="en-US" sz="1100" dirty="0"/>
            </a:p>
          </p:txBody>
        </p:sp>
        <p:sp>
          <p:nvSpPr>
            <p:cNvPr id="49" name="Text 5"/>
            <p:cNvSpPr/>
            <p:nvPr/>
          </p:nvSpPr>
          <p:spPr>
            <a:xfrm>
              <a:off x="2838295" y="1014788"/>
              <a:ext cx="5644065" cy="688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None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DM Sans" panose="020B0604020202020204" pitchFamily="2" charset="0"/>
                  <a:ea typeface="Calibri" panose="020F0502020204030204" pitchFamily="34" charset="0"/>
                  <a:cs typeface="Calibri" panose="020F0502020204030204" pitchFamily="34" charset="0"/>
                </a:rPr>
                <a:t>Each team plays ≤1 match per day; ≥3 full rest days between matches (4-day sliding window); ≤2 consecutive home/away streak.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1121988" y="2555008"/>
            <a:ext cx="7360372" cy="688634"/>
            <a:chOff x="1121988" y="1014788"/>
            <a:chExt cx="7360372" cy="688634"/>
          </a:xfrm>
        </p:grpSpPr>
        <p:sp>
          <p:nvSpPr>
            <p:cNvPr id="52" name="Text 3"/>
            <p:cNvSpPr/>
            <p:nvPr/>
          </p:nvSpPr>
          <p:spPr>
            <a:xfrm>
              <a:off x="1121988" y="1097317"/>
              <a:ext cx="1878308" cy="2933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None/>
              </a:pPr>
              <a:r>
                <a:rPr kumimoji="0" lang="en-US" sz="135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Chronology &amp; Load</a:t>
              </a:r>
            </a:p>
          </p:txBody>
        </p:sp>
        <p:sp>
          <p:nvSpPr>
            <p:cNvPr id="53" name="Text 4"/>
            <p:cNvSpPr/>
            <p:nvPr/>
          </p:nvSpPr>
          <p:spPr>
            <a:xfrm>
              <a:off x="1121988" y="1360951"/>
              <a:ext cx="1498724" cy="2933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b="1" dirty="0">
                  <a:solidFill>
                    <a:srgbClr val="C9A227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H8, H9, H10, H11</a:t>
              </a:r>
              <a:endParaRPr lang="en-US" sz="1100" dirty="0"/>
            </a:p>
          </p:txBody>
        </p:sp>
        <p:sp>
          <p:nvSpPr>
            <p:cNvPr id="54" name="Text 5"/>
            <p:cNvSpPr/>
            <p:nvPr/>
          </p:nvSpPr>
          <p:spPr>
            <a:xfrm>
              <a:off x="2838295" y="1014788"/>
              <a:ext cx="5644065" cy="688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None/>
              </a:pPr>
              <a:r>
                <a:rPr kumimoji="0" lang="en-US" sz="13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DM Sans" panose="020B0604020202020204" pitchFamily="2" charset="0"/>
                  <a:ea typeface="Calibri" panose="020F0502020204030204" pitchFamily="34" charset="0"/>
                  <a:cs typeface="Calibri" panose="020F0502020204030204" pitchFamily="34" charset="0"/>
                </a:rPr>
                <a:t>match_time</a:t>
              </a: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DM Sans" panose="020B0604020202020204" pitchFamily="2" charset="0"/>
                  <a:ea typeface="Calibri" panose="020F0502020204030204" pitchFamily="34" charset="0"/>
                  <a:cs typeface="Calibri" panose="020F0502020204030204" pitchFamily="34" charset="0"/>
                </a:rPr>
                <a:t>/date defined per slot; round r fully finishes before round r+1 starts; ≤18 matches per calendar week.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121988" y="3325118"/>
            <a:ext cx="7360372" cy="688634"/>
            <a:chOff x="1121988" y="1014788"/>
            <a:chExt cx="7360372" cy="688634"/>
          </a:xfrm>
        </p:grpSpPr>
        <p:sp>
          <p:nvSpPr>
            <p:cNvPr id="57" name="Text 3"/>
            <p:cNvSpPr/>
            <p:nvPr/>
          </p:nvSpPr>
          <p:spPr>
            <a:xfrm>
              <a:off x="1121988" y="1097317"/>
              <a:ext cx="1878308" cy="2933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None/>
              </a:pPr>
              <a:r>
                <a:rPr kumimoji="0" lang="en-US" sz="135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Derby &amp; Final Round</a:t>
              </a:r>
            </a:p>
          </p:txBody>
        </p:sp>
        <p:sp>
          <p:nvSpPr>
            <p:cNvPr id="58" name="Text 4"/>
            <p:cNvSpPr/>
            <p:nvPr/>
          </p:nvSpPr>
          <p:spPr>
            <a:xfrm>
              <a:off x="1121988" y="1360951"/>
              <a:ext cx="1498724" cy="2933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b="1" dirty="0">
                  <a:solidFill>
                    <a:srgbClr val="C9A227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H2, H14</a:t>
              </a:r>
              <a:endParaRPr lang="en-US" sz="1100" dirty="0"/>
            </a:p>
          </p:txBody>
        </p:sp>
        <p:sp>
          <p:nvSpPr>
            <p:cNvPr id="59" name="Text 5"/>
            <p:cNvSpPr/>
            <p:nvPr/>
          </p:nvSpPr>
          <p:spPr>
            <a:xfrm>
              <a:off x="2838295" y="1014788"/>
              <a:ext cx="5644065" cy="688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None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DM Sans" panose="020B0604020202020204" pitchFamily="2" charset="0"/>
                  <a:ea typeface="Calibri" panose="020F0502020204030204" pitchFamily="34" charset="0"/>
                  <a:cs typeface="Calibri" panose="020F0502020204030204" pitchFamily="34" charset="0"/>
                </a:rPr>
                <a:t>Tier-1 vs Tier-1 matches forced into Tier-1 (prime-time) slots; all 9 Round-34 matches share one kickoff slot and one date.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121988" y="4095229"/>
            <a:ext cx="7360372" cy="688634"/>
            <a:chOff x="1121988" y="1014788"/>
            <a:chExt cx="7360372" cy="688634"/>
          </a:xfrm>
        </p:grpSpPr>
        <p:sp>
          <p:nvSpPr>
            <p:cNvPr id="62" name="Text 3"/>
            <p:cNvSpPr/>
            <p:nvPr/>
          </p:nvSpPr>
          <p:spPr>
            <a:xfrm>
              <a:off x="1121988" y="1097317"/>
              <a:ext cx="1878308" cy="2933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None/>
              </a:pPr>
              <a:r>
                <a:rPr kumimoji="0" lang="en-US" sz="135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CAF Buffer</a:t>
              </a:r>
            </a:p>
          </p:txBody>
        </p:sp>
        <p:sp>
          <p:nvSpPr>
            <p:cNvPr id="63" name="Text 4"/>
            <p:cNvSpPr/>
            <p:nvPr/>
          </p:nvSpPr>
          <p:spPr>
            <a:xfrm>
              <a:off x="1121988" y="1360951"/>
              <a:ext cx="1498724" cy="2933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b="1" dirty="0">
                  <a:solidFill>
                    <a:srgbClr val="C9A227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H12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64" name="Text 5"/>
            <p:cNvSpPr/>
            <p:nvPr/>
          </p:nvSpPr>
          <p:spPr>
            <a:xfrm>
              <a:off x="2838295" y="1014788"/>
              <a:ext cx="5644065" cy="688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None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DM Sans" panose="020B0604020202020204" pitchFamily="2" charset="0"/>
                  <a:ea typeface="Calibri" panose="020F0502020204030204" pitchFamily="34" charset="0"/>
                  <a:cs typeface="Calibri" panose="020F0502020204030204" pitchFamily="34" charset="0"/>
                </a:rPr>
                <a:t>Matches for CAF-participating teams excluded from any slot within 4 calendar days (before or after) of that team's CAF fixture.</a:t>
              </a:r>
            </a:p>
          </p:txBody>
        </p:sp>
      </p:grpSp>
      <p:sp>
        <p:nvSpPr>
          <p:cNvPr id="66" name="Google Shape;9181;p69"/>
          <p:cNvSpPr/>
          <p:nvPr/>
        </p:nvSpPr>
        <p:spPr>
          <a:xfrm>
            <a:off x="550287" y="1966094"/>
            <a:ext cx="354117" cy="326242"/>
          </a:xfrm>
          <a:custGeom>
            <a:avLst/>
            <a:gdLst/>
            <a:ahLst/>
            <a:cxnLst/>
            <a:rect l="l" t="t" r="r" b="b"/>
            <a:pathLst>
              <a:path w="12005" h="11060">
                <a:moveTo>
                  <a:pt x="2049" y="2049"/>
                </a:moveTo>
                <a:cubicBezTo>
                  <a:pt x="2238" y="2049"/>
                  <a:pt x="2395" y="2206"/>
                  <a:pt x="2395" y="2395"/>
                </a:cubicBezTo>
                <a:cubicBezTo>
                  <a:pt x="2395" y="2584"/>
                  <a:pt x="2238" y="2742"/>
                  <a:pt x="2049" y="2742"/>
                </a:cubicBezTo>
                <a:cubicBezTo>
                  <a:pt x="1860" y="2742"/>
                  <a:pt x="1702" y="2584"/>
                  <a:pt x="1702" y="2395"/>
                </a:cubicBezTo>
                <a:cubicBezTo>
                  <a:pt x="1734" y="2206"/>
                  <a:pt x="1860" y="2049"/>
                  <a:pt x="2049" y="2049"/>
                </a:cubicBezTo>
                <a:close/>
                <a:moveTo>
                  <a:pt x="9736" y="2049"/>
                </a:moveTo>
                <a:cubicBezTo>
                  <a:pt x="9925" y="2049"/>
                  <a:pt x="10082" y="2206"/>
                  <a:pt x="10082" y="2395"/>
                </a:cubicBezTo>
                <a:cubicBezTo>
                  <a:pt x="10082" y="2584"/>
                  <a:pt x="9925" y="2742"/>
                  <a:pt x="9736" y="2742"/>
                </a:cubicBezTo>
                <a:cubicBezTo>
                  <a:pt x="9515" y="2742"/>
                  <a:pt x="9358" y="2584"/>
                  <a:pt x="9358" y="2395"/>
                </a:cubicBezTo>
                <a:cubicBezTo>
                  <a:pt x="9358" y="2206"/>
                  <a:pt x="9515" y="2049"/>
                  <a:pt x="9736" y="2049"/>
                </a:cubicBezTo>
                <a:close/>
                <a:moveTo>
                  <a:pt x="2049" y="3719"/>
                </a:moveTo>
                <a:lnTo>
                  <a:pt x="3151" y="5514"/>
                </a:lnTo>
                <a:lnTo>
                  <a:pt x="946" y="5514"/>
                </a:lnTo>
                <a:lnTo>
                  <a:pt x="2049" y="3719"/>
                </a:lnTo>
                <a:close/>
                <a:moveTo>
                  <a:pt x="9736" y="3719"/>
                </a:moveTo>
                <a:lnTo>
                  <a:pt x="10838" y="5514"/>
                </a:lnTo>
                <a:lnTo>
                  <a:pt x="8633" y="5514"/>
                </a:lnTo>
                <a:lnTo>
                  <a:pt x="9736" y="3719"/>
                </a:lnTo>
                <a:close/>
                <a:moveTo>
                  <a:pt x="3435" y="6207"/>
                </a:moveTo>
                <a:cubicBezTo>
                  <a:pt x="3466" y="6964"/>
                  <a:pt x="2836" y="7594"/>
                  <a:pt x="2049" y="7594"/>
                </a:cubicBezTo>
                <a:cubicBezTo>
                  <a:pt x="1292" y="7594"/>
                  <a:pt x="662" y="6964"/>
                  <a:pt x="662" y="6207"/>
                </a:cubicBezTo>
                <a:lnTo>
                  <a:pt x="3435" y="6207"/>
                </a:lnTo>
                <a:close/>
                <a:moveTo>
                  <a:pt x="11090" y="6207"/>
                </a:moveTo>
                <a:cubicBezTo>
                  <a:pt x="11090" y="6964"/>
                  <a:pt x="10460" y="7594"/>
                  <a:pt x="9736" y="7594"/>
                </a:cubicBezTo>
                <a:cubicBezTo>
                  <a:pt x="8980" y="7594"/>
                  <a:pt x="8350" y="6964"/>
                  <a:pt x="8350" y="6207"/>
                </a:cubicBezTo>
                <a:lnTo>
                  <a:pt x="11090" y="6207"/>
                </a:lnTo>
                <a:close/>
                <a:moveTo>
                  <a:pt x="5892" y="663"/>
                </a:moveTo>
                <a:cubicBezTo>
                  <a:pt x="6113" y="663"/>
                  <a:pt x="6270" y="820"/>
                  <a:pt x="6270" y="1009"/>
                </a:cubicBezTo>
                <a:lnTo>
                  <a:pt x="6270" y="8980"/>
                </a:lnTo>
                <a:lnTo>
                  <a:pt x="5546" y="8980"/>
                </a:lnTo>
                <a:lnTo>
                  <a:pt x="5546" y="1009"/>
                </a:lnTo>
                <a:cubicBezTo>
                  <a:pt x="5546" y="820"/>
                  <a:pt x="5703" y="663"/>
                  <a:pt x="5892" y="663"/>
                </a:cubicBezTo>
                <a:close/>
                <a:moveTo>
                  <a:pt x="8003" y="9673"/>
                </a:moveTo>
                <a:cubicBezTo>
                  <a:pt x="8192" y="9673"/>
                  <a:pt x="8350" y="9830"/>
                  <a:pt x="8350" y="10020"/>
                </a:cubicBezTo>
                <a:lnTo>
                  <a:pt x="8350" y="10398"/>
                </a:lnTo>
                <a:lnTo>
                  <a:pt x="3466" y="10398"/>
                </a:lnTo>
                <a:lnTo>
                  <a:pt x="3466" y="10020"/>
                </a:lnTo>
                <a:cubicBezTo>
                  <a:pt x="3466" y="9830"/>
                  <a:pt x="3624" y="9673"/>
                  <a:pt x="3813" y="9673"/>
                </a:cubicBezTo>
                <a:lnTo>
                  <a:pt x="8003" y="9673"/>
                </a:lnTo>
                <a:close/>
                <a:moveTo>
                  <a:pt x="5955" y="1"/>
                </a:moveTo>
                <a:cubicBezTo>
                  <a:pt x="5357" y="1"/>
                  <a:pt x="4916" y="474"/>
                  <a:pt x="4916" y="1009"/>
                </a:cubicBezTo>
                <a:lnTo>
                  <a:pt x="4916" y="1167"/>
                </a:lnTo>
                <a:cubicBezTo>
                  <a:pt x="3970" y="1671"/>
                  <a:pt x="3655" y="1891"/>
                  <a:pt x="3057" y="1954"/>
                </a:cubicBezTo>
                <a:cubicBezTo>
                  <a:pt x="2899" y="1608"/>
                  <a:pt x="2553" y="1324"/>
                  <a:pt x="2112" y="1324"/>
                </a:cubicBezTo>
                <a:cubicBezTo>
                  <a:pt x="1734" y="1324"/>
                  <a:pt x="1387" y="1576"/>
                  <a:pt x="1166" y="1923"/>
                </a:cubicBezTo>
                <a:cubicBezTo>
                  <a:pt x="946" y="1891"/>
                  <a:pt x="694" y="1797"/>
                  <a:pt x="505" y="1734"/>
                </a:cubicBezTo>
                <a:cubicBezTo>
                  <a:pt x="454" y="1708"/>
                  <a:pt x="404" y="1697"/>
                  <a:pt x="355" y="1697"/>
                </a:cubicBezTo>
                <a:cubicBezTo>
                  <a:pt x="224" y="1697"/>
                  <a:pt x="110" y="1784"/>
                  <a:pt x="64" y="1923"/>
                </a:cubicBezTo>
                <a:cubicBezTo>
                  <a:pt x="1" y="2112"/>
                  <a:pt x="64" y="2301"/>
                  <a:pt x="284" y="2364"/>
                </a:cubicBezTo>
                <a:cubicBezTo>
                  <a:pt x="536" y="2458"/>
                  <a:pt x="820" y="2553"/>
                  <a:pt x="1135" y="2616"/>
                </a:cubicBezTo>
                <a:cubicBezTo>
                  <a:pt x="1229" y="2899"/>
                  <a:pt x="1387" y="3151"/>
                  <a:pt x="1607" y="3277"/>
                </a:cubicBezTo>
                <a:lnTo>
                  <a:pt x="127" y="5703"/>
                </a:lnTo>
                <a:cubicBezTo>
                  <a:pt x="64" y="5735"/>
                  <a:pt x="64" y="5829"/>
                  <a:pt x="64" y="5892"/>
                </a:cubicBezTo>
                <a:lnTo>
                  <a:pt x="64" y="6239"/>
                </a:lnTo>
                <a:cubicBezTo>
                  <a:pt x="64" y="7405"/>
                  <a:pt x="1009" y="8350"/>
                  <a:pt x="2175" y="8350"/>
                </a:cubicBezTo>
                <a:cubicBezTo>
                  <a:pt x="3309" y="8350"/>
                  <a:pt x="4254" y="7405"/>
                  <a:pt x="4254" y="6239"/>
                </a:cubicBezTo>
                <a:lnTo>
                  <a:pt x="4254" y="5892"/>
                </a:lnTo>
                <a:cubicBezTo>
                  <a:pt x="4254" y="5829"/>
                  <a:pt x="4254" y="5766"/>
                  <a:pt x="4222" y="5703"/>
                </a:cubicBezTo>
                <a:lnTo>
                  <a:pt x="2710" y="3277"/>
                </a:lnTo>
                <a:cubicBezTo>
                  <a:pt x="2962" y="3183"/>
                  <a:pt x="3120" y="2931"/>
                  <a:pt x="3183" y="2647"/>
                </a:cubicBezTo>
                <a:cubicBezTo>
                  <a:pt x="3844" y="2553"/>
                  <a:pt x="4222" y="2332"/>
                  <a:pt x="4947" y="1954"/>
                </a:cubicBezTo>
                <a:lnTo>
                  <a:pt x="4947" y="8980"/>
                </a:lnTo>
                <a:lnTo>
                  <a:pt x="3939" y="8980"/>
                </a:lnTo>
                <a:cubicBezTo>
                  <a:pt x="3340" y="8980"/>
                  <a:pt x="2899" y="9421"/>
                  <a:pt x="2899" y="9988"/>
                </a:cubicBezTo>
                <a:lnTo>
                  <a:pt x="2899" y="10713"/>
                </a:lnTo>
                <a:cubicBezTo>
                  <a:pt x="2899" y="10902"/>
                  <a:pt x="3057" y="11059"/>
                  <a:pt x="3246" y="11059"/>
                </a:cubicBezTo>
                <a:lnTo>
                  <a:pt x="8822" y="11059"/>
                </a:lnTo>
                <a:cubicBezTo>
                  <a:pt x="9011" y="11059"/>
                  <a:pt x="9169" y="10902"/>
                  <a:pt x="9169" y="10713"/>
                </a:cubicBezTo>
                <a:lnTo>
                  <a:pt x="9169" y="9988"/>
                </a:lnTo>
                <a:cubicBezTo>
                  <a:pt x="9169" y="9389"/>
                  <a:pt x="8696" y="8980"/>
                  <a:pt x="8129" y="8980"/>
                </a:cubicBezTo>
                <a:lnTo>
                  <a:pt x="7089" y="8980"/>
                </a:lnTo>
                <a:lnTo>
                  <a:pt x="7089" y="1954"/>
                </a:lnTo>
                <a:cubicBezTo>
                  <a:pt x="7814" y="2332"/>
                  <a:pt x="8224" y="2553"/>
                  <a:pt x="8885" y="2647"/>
                </a:cubicBezTo>
                <a:cubicBezTo>
                  <a:pt x="8980" y="2931"/>
                  <a:pt x="9137" y="3120"/>
                  <a:pt x="9358" y="3277"/>
                </a:cubicBezTo>
                <a:lnTo>
                  <a:pt x="7877" y="5703"/>
                </a:lnTo>
                <a:cubicBezTo>
                  <a:pt x="7814" y="5735"/>
                  <a:pt x="7814" y="5829"/>
                  <a:pt x="7814" y="5892"/>
                </a:cubicBezTo>
                <a:lnTo>
                  <a:pt x="7814" y="6239"/>
                </a:lnTo>
                <a:cubicBezTo>
                  <a:pt x="7814" y="7405"/>
                  <a:pt x="8759" y="8350"/>
                  <a:pt x="9925" y="8350"/>
                </a:cubicBezTo>
                <a:cubicBezTo>
                  <a:pt x="11059" y="8350"/>
                  <a:pt x="12004" y="7405"/>
                  <a:pt x="12004" y="6239"/>
                </a:cubicBezTo>
                <a:lnTo>
                  <a:pt x="12004" y="5892"/>
                </a:lnTo>
                <a:cubicBezTo>
                  <a:pt x="12004" y="5829"/>
                  <a:pt x="12004" y="5766"/>
                  <a:pt x="11973" y="5703"/>
                </a:cubicBezTo>
                <a:lnTo>
                  <a:pt x="10460" y="3277"/>
                </a:lnTo>
                <a:cubicBezTo>
                  <a:pt x="10523" y="3151"/>
                  <a:pt x="10681" y="2899"/>
                  <a:pt x="10744" y="2616"/>
                </a:cubicBezTo>
                <a:cubicBezTo>
                  <a:pt x="11027" y="2553"/>
                  <a:pt x="11343" y="2458"/>
                  <a:pt x="11626" y="2364"/>
                </a:cubicBezTo>
                <a:cubicBezTo>
                  <a:pt x="11815" y="2269"/>
                  <a:pt x="11878" y="2080"/>
                  <a:pt x="11815" y="1923"/>
                </a:cubicBezTo>
                <a:cubicBezTo>
                  <a:pt x="11746" y="1784"/>
                  <a:pt x="11626" y="1697"/>
                  <a:pt x="11505" y="1697"/>
                </a:cubicBezTo>
                <a:cubicBezTo>
                  <a:pt x="11461" y="1697"/>
                  <a:pt x="11416" y="1708"/>
                  <a:pt x="11374" y="1734"/>
                </a:cubicBezTo>
                <a:cubicBezTo>
                  <a:pt x="11122" y="1797"/>
                  <a:pt x="10933" y="1891"/>
                  <a:pt x="10712" y="1923"/>
                </a:cubicBezTo>
                <a:cubicBezTo>
                  <a:pt x="10555" y="1576"/>
                  <a:pt x="10208" y="1324"/>
                  <a:pt x="9767" y="1324"/>
                </a:cubicBezTo>
                <a:cubicBezTo>
                  <a:pt x="9326" y="1324"/>
                  <a:pt x="8980" y="1576"/>
                  <a:pt x="8822" y="1954"/>
                </a:cubicBezTo>
                <a:cubicBezTo>
                  <a:pt x="8224" y="1828"/>
                  <a:pt x="7908" y="1639"/>
                  <a:pt x="6963" y="1167"/>
                </a:cubicBezTo>
                <a:lnTo>
                  <a:pt x="6963" y="1009"/>
                </a:lnTo>
                <a:cubicBezTo>
                  <a:pt x="6963" y="411"/>
                  <a:pt x="6491" y="1"/>
                  <a:pt x="5955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defRPr sz="14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defRPr sz="14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defRPr sz="14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defRPr sz="14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defRPr sz="14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defRPr sz="14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defRPr sz="14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defRPr sz="14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defRPr sz="14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9" name="Google Shape;9351;p70"/>
          <p:cNvGrpSpPr/>
          <p:nvPr/>
        </p:nvGrpSpPr>
        <p:grpSpPr>
          <a:xfrm>
            <a:off x="550287" y="2658363"/>
            <a:ext cx="354527" cy="354558"/>
            <a:chOff x="-34032200" y="2634975"/>
            <a:chExt cx="292225" cy="292250"/>
          </a:xfrm>
        </p:grpSpPr>
        <p:sp>
          <p:nvSpPr>
            <p:cNvPr id="30" name="Google Shape;9352;p70"/>
            <p:cNvSpPr/>
            <p:nvPr/>
          </p:nvSpPr>
          <p:spPr>
            <a:xfrm>
              <a:off x="-34032200" y="2634975"/>
              <a:ext cx="292225" cy="292250"/>
            </a:xfrm>
            <a:custGeom>
              <a:avLst/>
              <a:gdLst/>
              <a:ahLst/>
              <a:cxnLst/>
              <a:rect l="l" t="t" r="r" b="b"/>
              <a:pathLst>
                <a:path w="11689" h="11690">
                  <a:moveTo>
                    <a:pt x="5766" y="662"/>
                  </a:moveTo>
                  <a:cubicBezTo>
                    <a:pt x="8602" y="662"/>
                    <a:pt x="10933" y="2962"/>
                    <a:pt x="10933" y="5798"/>
                  </a:cubicBezTo>
                  <a:cubicBezTo>
                    <a:pt x="10933" y="6806"/>
                    <a:pt x="10649" y="7783"/>
                    <a:pt x="10114" y="8602"/>
                  </a:cubicBezTo>
                  <a:lnTo>
                    <a:pt x="10145" y="8444"/>
                  </a:lnTo>
                  <a:cubicBezTo>
                    <a:pt x="10177" y="8350"/>
                    <a:pt x="10145" y="8224"/>
                    <a:pt x="10082" y="8129"/>
                  </a:cubicBezTo>
                  <a:cubicBezTo>
                    <a:pt x="9988" y="8066"/>
                    <a:pt x="9862" y="8035"/>
                    <a:pt x="9767" y="8035"/>
                  </a:cubicBezTo>
                  <a:lnTo>
                    <a:pt x="9641" y="8066"/>
                  </a:lnTo>
                  <a:cubicBezTo>
                    <a:pt x="10019" y="7405"/>
                    <a:pt x="10240" y="6617"/>
                    <a:pt x="10240" y="5829"/>
                  </a:cubicBezTo>
                  <a:cubicBezTo>
                    <a:pt x="10240" y="3372"/>
                    <a:pt x="8223" y="1356"/>
                    <a:pt x="5766" y="1356"/>
                  </a:cubicBezTo>
                  <a:cubicBezTo>
                    <a:pt x="5136" y="1356"/>
                    <a:pt x="4506" y="1482"/>
                    <a:pt x="3970" y="1765"/>
                  </a:cubicBezTo>
                  <a:cubicBezTo>
                    <a:pt x="3813" y="1828"/>
                    <a:pt x="3718" y="2017"/>
                    <a:pt x="3813" y="2175"/>
                  </a:cubicBezTo>
                  <a:lnTo>
                    <a:pt x="3970" y="2553"/>
                  </a:lnTo>
                  <a:lnTo>
                    <a:pt x="2710" y="2742"/>
                  </a:lnTo>
                  <a:lnTo>
                    <a:pt x="2301" y="2773"/>
                  </a:lnTo>
                  <a:cubicBezTo>
                    <a:pt x="2364" y="2647"/>
                    <a:pt x="2710" y="1324"/>
                    <a:pt x="2742" y="1198"/>
                  </a:cubicBezTo>
                  <a:lnTo>
                    <a:pt x="2836" y="1293"/>
                  </a:lnTo>
                  <a:cubicBezTo>
                    <a:pt x="2898" y="1354"/>
                    <a:pt x="2986" y="1402"/>
                    <a:pt x="3084" y="1402"/>
                  </a:cubicBezTo>
                  <a:cubicBezTo>
                    <a:pt x="3136" y="1402"/>
                    <a:pt x="3191" y="1389"/>
                    <a:pt x="3246" y="1356"/>
                  </a:cubicBezTo>
                  <a:cubicBezTo>
                    <a:pt x="4033" y="883"/>
                    <a:pt x="4915" y="662"/>
                    <a:pt x="5766" y="662"/>
                  </a:cubicBezTo>
                  <a:close/>
                  <a:moveTo>
                    <a:pt x="6144" y="2080"/>
                  </a:moveTo>
                  <a:cubicBezTo>
                    <a:pt x="7940" y="2238"/>
                    <a:pt x="9358" y="3687"/>
                    <a:pt x="9515" y="5451"/>
                  </a:cubicBezTo>
                  <a:lnTo>
                    <a:pt x="9200" y="5451"/>
                  </a:lnTo>
                  <a:cubicBezTo>
                    <a:pt x="9011" y="5451"/>
                    <a:pt x="8854" y="5609"/>
                    <a:pt x="8854" y="5829"/>
                  </a:cubicBezTo>
                  <a:cubicBezTo>
                    <a:pt x="8854" y="6018"/>
                    <a:pt x="9011" y="6176"/>
                    <a:pt x="9200" y="6176"/>
                  </a:cubicBezTo>
                  <a:lnTo>
                    <a:pt x="9515" y="6176"/>
                  </a:lnTo>
                  <a:cubicBezTo>
                    <a:pt x="9452" y="6932"/>
                    <a:pt x="9169" y="7657"/>
                    <a:pt x="8665" y="8255"/>
                  </a:cubicBezTo>
                  <a:lnTo>
                    <a:pt x="6995" y="8570"/>
                  </a:lnTo>
                  <a:cubicBezTo>
                    <a:pt x="6900" y="8602"/>
                    <a:pt x="6806" y="8665"/>
                    <a:pt x="6774" y="8759"/>
                  </a:cubicBezTo>
                  <a:cubicBezTo>
                    <a:pt x="6743" y="8885"/>
                    <a:pt x="6743" y="9011"/>
                    <a:pt x="6806" y="9074"/>
                  </a:cubicBezTo>
                  <a:lnTo>
                    <a:pt x="6995" y="9389"/>
                  </a:lnTo>
                  <a:cubicBezTo>
                    <a:pt x="6743" y="9484"/>
                    <a:pt x="6459" y="9547"/>
                    <a:pt x="6176" y="9547"/>
                  </a:cubicBezTo>
                  <a:lnTo>
                    <a:pt x="6176" y="9232"/>
                  </a:lnTo>
                  <a:cubicBezTo>
                    <a:pt x="6176" y="9043"/>
                    <a:pt x="6018" y="8885"/>
                    <a:pt x="5829" y="8885"/>
                  </a:cubicBezTo>
                  <a:cubicBezTo>
                    <a:pt x="5640" y="8885"/>
                    <a:pt x="5483" y="9043"/>
                    <a:pt x="5483" y="9232"/>
                  </a:cubicBezTo>
                  <a:lnTo>
                    <a:pt x="5483" y="9547"/>
                  </a:lnTo>
                  <a:cubicBezTo>
                    <a:pt x="3655" y="9389"/>
                    <a:pt x="2238" y="7940"/>
                    <a:pt x="2080" y="6176"/>
                  </a:cubicBezTo>
                  <a:lnTo>
                    <a:pt x="2395" y="6176"/>
                  </a:lnTo>
                  <a:cubicBezTo>
                    <a:pt x="2584" y="6176"/>
                    <a:pt x="2742" y="6018"/>
                    <a:pt x="2742" y="5829"/>
                  </a:cubicBezTo>
                  <a:cubicBezTo>
                    <a:pt x="2742" y="5609"/>
                    <a:pt x="2584" y="5451"/>
                    <a:pt x="2395" y="5451"/>
                  </a:cubicBezTo>
                  <a:lnTo>
                    <a:pt x="2080" y="5451"/>
                  </a:lnTo>
                  <a:cubicBezTo>
                    <a:pt x="2175" y="4727"/>
                    <a:pt x="2427" y="3971"/>
                    <a:pt x="2962" y="3372"/>
                  </a:cubicBezTo>
                  <a:lnTo>
                    <a:pt x="4474" y="3183"/>
                  </a:lnTo>
                  <a:cubicBezTo>
                    <a:pt x="4600" y="3183"/>
                    <a:pt x="4663" y="3088"/>
                    <a:pt x="4726" y="3025"/>
                  </a:cubicBezTo>
                  <a:cubicBezTo>
                    <a:pt x="4758" y="2931"/>
                    <a:pt x="4758" y="2836"/>
                    <a:pt x="4726" y="2710"/>
                  </a:cubicBezTo>
                  <a:lnTo>
                    <a:pt x="4506" y="2269"/>
                  </a:lnTo>
                  <a:cubicBezTo>
                    <a:pt x="4789" y="2143"/>
                    <a:pt x="5104" y="2112"/>
                    <a:pt x="5420" y="2080"/>
                  </a:cubicBezTo>
                  <a:lnTo>
                    <a:pt x="5420" y="2395"/>
                  </a:lnTo>
                  <a:cubicBezTo>
                    <a:pt x="5420" y="2584"/>
                    <a:pt x="5577" y="2742"/>
                    <a:pt x="5766" y="2742"/>
                  </a:cubicBezTo>
                  <a:cubicBezTo>
                    <a:pt x="5987" y="2742"/>
                    <a:pt x="6144" y="2584"/>
                    <a:pt x="6144" y="2395"/>
                  </a:cubicBezTo>
                  <a:lnTo>
                    <a:pt x="6144" y="2080"/>
                  </a:lnTo>
                  <a:close/>
                  <a:moveTo>
                    <a:pt x="1607" y="2899"/>
                  </a:moveTo>
                  <a:lnTo>
                    <a:pt x="1544" y="3151"/>
                  </a:lnTo>
                  <a:cubicBezTo>
                    <a:pt x="1481" y="3246"/>
                    <a:pt x="1544" y="3372"/>
                    <a:pt x="1607" y="3466"/>
                  </a:cubicBezTo>
                  <a:cubicBezTo>
                    <a:pt x="1670" y="3529"/>
                    <a:pt x="1796" y="3561"/>
                    <a:pt x="1922" y="3561"/>
                  </a:cubicBezTo>
                  <a:lnTo>
                    <a:pt x="1985" y="3561"/>
                  </a:lnTo>
                  <a:cubicBezTo>
                    <a:pt x="1607" y="4254"/>
                    <a:pt x="1387" y="5042"/>
                    <a:pt x="1387" y="5861"/>
                  </a:cubicBezTo>
                  <a:cubicBezTo>
                    <a:pt x="1387" y="8287"/>
                    <a:pt x="3372" y="10303"/>
                    <a:pt x="5829" y="10303"/>
                  </a:cubicBezTo>
                  <a:cubicBezTo>
                    <a:pt x="6459" y="10303"/>
                    <a:pt x="7089" y="10177"/>
                    <a:pt x="7688" y="9925"/>
                  </a:cubicBezTo>
                  <a:cubicBezTo>
                    <a:pt x="7751" y="9862"/>
                    <a:pt x="7845" y="9799"/>
                    <a:pt x="7877" y="9704"/>
                  </a:cubicBezTo>
                  <a:cubicBezTo>
                    <a:pt x="7908" y="9641"/>
                    <a:pt x="7877" y="9515"/>
                    <a:pt x="7845" y="9452"/>
                  </a:cubicBezTo>
                  <a:lnTo>
                    <a:pt x="7688" y="9200"/>
                  </a:lnTo>
                  <a:lnTo>
                    <a:pt x="9421" y="8854"/>
                  </a:lnTo>
                  <a:lnTo>
                    <a:pt x="9421" y="8854"/>
                  </a:lnTo>
                  <a:cubicBezTo>
                    <a:pt x="9326" y="9200"/>
                    <a:pt x="9074" y="10177"/>
                    <a:pt x="9011" y="10492"/>
                  </a:cubicBezTo>
                  <a:lnTo>
                    <a:pt x="8759" y="10303"/>
                  </a:lnTo>
                  <a:cubicBezTo>
                    <a:pt x="8708" y="10235"/>
                    <a:pt x="8640" y="10204"/>
                    <a:pt x="8567" y="10204"/>
                  </a:cubicBezTo>
                  <a:cubicBezTo>
                    <a:pt x="8505" y="10204"/>
                    <a:pt x="8439" y="10228"/>
                    <a:pt x="8381" y="10271"/>
                  </a:cubicBezTo>
                  <a:cubicBezTo>
                    <a:pt x="7593" y="10744"/>
                    <a:pt x="6680" y="10965"/>
                    <a:pt x="5829" y="10965"/>
                  </a:cubicBezTo>
                  <a:cubicBezTo>
                    <a:pt x="2994" y="10965"/>
                    <a:pt x="662" y="8665"/>
                    <a:pt x="662" y="5829"/>
                  </a:cubicBezTo>
                  <a:cubicBezTo>
                    <a:pt x="662" y="4758"/>
                    <a:pt x="977" y="3781"/>
                    <a:pt x="1607" y="2899"/>
                  </a:cubicBezTo>
                  <a:close/>
                  <a:moveTo>
                    <a:pt x="5766" y="1"/>
                  </a:moveTo>
                  <a:cubicBezTo>
                    <a:pt x="4884" y="1"/>
                    <a:pt x="3970" y="221"/>
                    <a:pt x="3151" y="662"/>
                  </a:cubicBezTo>
                  <a:lnTo>
                    <a:pt x="2836" y="316"/>
                  </a:lnTo>
                  <a:cubicBezTo>
                    <a:pt x="2765" y="245"/>
                    <a:pt x="2677" y="210"/>
                    <a:pt x="2597" y="210"/>
                  </a:cubicBezTo>
                  <a:cubicBezTo>
                    <a:pt x="2570" y="210"/>
                    <a:pt x="2545" y="214"/>
                    <a:pt x="2521" y="221"/>
                  </a:cubicBezTo>
                  <a:cubicBezTo>
                    <a:pt x="2395" y="253"/>
                    <a:pt x="2301" y="347"/>
                    <a:pt x="2269" y="473"/>
                  </a:cubicBezTo>
                  <a:lnTo>
                    <a:pt x="1985" y="1450"/>
                  </a:lnTo>
                  <a:cubicBezTo>
                    <a:pt x="694" y="2553"/>
                    <a:pt x="1" y="4160"/>
                    <a:pt x="1" y="5829"/>
                  </a:cubicBezTo>
                  <a:cubicBezTo>
                    <a:pt x="1" y="7342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774" y="11689"/>
                    <a:pt x="7719" y="11437"/>
                    <a:pt x="8539" y="11028"/>
                  </a:cubicBezTo>
                  <a:lnTo>
                    <a:pt x="8980" y="11406"/>
                  </a:lnTo>
                  <a:cubicBezTo>
                    <a:pt x="9027" y="11477"/>
                    <a:pt x="9110" y="11512"/>
                    <a:pt x="9201" y="11512"/>
                  </a:cubicBezTo>
                  <a:cubicBezTo>
                    <a:pt x="9232" y="11512"/>
                    <a:pt x="9263" y="11508"/>
                    <a:pt x="9295" y="11500"/>
                  </a:cubicBezTo>
                  <a:cubicBezTo>
                    <a:pt x="9421" y="11437"/>
                    <a:pt x="9484" y="11374"/>
                    <a:pt x="9515" y="11248"/>
                  </a:cubicBezTo>
                  <a:lnTo>
                    <a:pt x="9799" y="10114"/>
                  </a:lnTo>
                  <a:cubicBezTo>
                    <a:pt x="10996" y="9011"/>
                    <a:pt x="11689" y="7468"/>
                    <a:pt x="11689" y="5861"/>
                  </a:cubicBezTo>
                  <a:cubicBezTo>
                    <a:pt x="11658" y="2616"/>
                    <a:pt x="9011" y="1"/>
                    <a:pt x="5766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353;p70"/>
            <p:cNvSpPr/>
            <p:nvPr/>
          </p:nvSpPr>
          <p:spPr>
            <a:xfrm>
              <a:off x="-33947125" y="2735800"/>
              <a:ext cx="51200" cy="86675"/>
            </a:xfrm>
            <a:custGeom>
              <a:avLst/>
              <a:gdLst/>
              <a:ahLst/>
              <a:cxnLst/>
              <a:rect l="l" t="t" r="r" b="b"/>
              <a:pathLst>
                <a:path w="2048" h="3467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229"/>
                    <a:pt x="158" y="1387"/>
                    <a:pt x="378" y="1387"/>
                  </a:cubicBezTo>
                  <a:cubicBezTo>
                    <a:pt x="567" y="1387"/>
                    <a:pt x="725" y="1229"/>
                    <a:pt x="725" y="1040"/>
                  </a:cubicBezTo>
                  <a:cubicBezTo>
                    <a:pt x="725" y="851"/>
                    <a:pt x="882" y="662"/>
                    <a:pt x="1071" y="662"/>
                  </a:cubicBezTo>
                  <a:cubicBezTo>
                    <a:pt x="1292" y="662"/>
                    <a:pt x="1449" y="851"/>
                    <a:pt x="1449" y="1040"/>
                  </a:cubicBezTo>
                  <a:lnTo>
                    <a:pt x="1449" y="1292"/>
                  </a:lnTo>
                  <a:cubicBezTo>
                    <a:pt x="1449" y="1418"/>
                    <a:pt x="1355" y="1544"/>
                    <a:pt x="1229" y="1639"/>
                  </a:cubicBezTo>
                  <a:lnTo>
                    <a:pt x="599" y="1954"/>
                  </a:lnTo>
                  <a:cubicBezTo>
                    <a:pt x="252" y="2111"/>
                    <a:pt x="63" y="2458"/>
                    <a:pt x="63" y="2836"/>
                  </a:cubicBezTo>
                  <a:lnTo>
                    <a:pt x="63" y="3119"/>
                  </a:lnTo>
                  <a:cubicBezTo>
                    <a:pt x="0" y="3372"/>
                    <a:pt x="158" y="3466"/>
                    <a:pt x="315" y="3466"/>
                  </a:cubicBezTo>
                  <a:lnTo>
                    <a:pt x="1701" y="3466"/>
                  </a:lnTo>
                  <a:cubicBezTo>
                    <a:pt x="1891" y="3466"/>
                    <a:pt x="2048" y="3309"/>
                    <a:pt x="2048" y="3119"/>
                  </a:cubicBezTo>
                  <a:cubicBezTo>
                    <a:pt x="2048" y="2930"/>
                    <a:pt x="1891" y="2773"/>
                    <a:pt x="1701" y="2773"/>
                  </a:cubicBezTo>
                  <a:lnTo>
                    <a:pt x="693" y="2773"/>
                  </a:lnTo>
                  <a:cubicBezTo>
                    <a:pt x="725" y="2678"/>
                    <a:pt x="756" y="2584"/>
                    <a:pt x="882" y="2521"/>
                  </a:cubicBezTo>
                  <a:lnTo>
                    <a:pt x="1512" y="2206"/>
                  </a:lnTo>
                  <a:cubicBezTo>
                    <a:pt x="1859" y="2048"/>
                    <a:pt x="2048" y="1702"/>
                    <a:pt x="2048" y="1292"/>
                  </a:cubicBezTo>
                  <a:lnTo>
                    <a:pt x="2048" y="1040"/>
                  </a:ln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354;p70"/>
            <p:cNvSpPr/>
            <p:nvPr/>
          </p:nvSpPr>
          <p:spPr>
            <a:xfrm>
              <a:off x="-33878600" y="2737375"/>
              <a:ext cx="52000" cy="86675"/>
            </a:xfrm>
            <a:custGeom>
              <a:avLst/>
              <a:gdLst/>
              <a:ahLst/>
              <a:cxnLst/>
              <a:rect l="l" t="t" r="r" b="b"/>
              <a:pathLst>
                <a:path w="2080" h="3467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22"/>
                    <a:pt x="158" y="2080"/>
                    <a:pt x="347" y="2080"/>
                  </a:cubicBezTo>
                  <a:lnTo>
                    <a:pt x="1355" y="2080"/>
                  </a:lnTo>
                  <a:lnTo>
                    <a:pt x="1355" y="3088"/>
                  </a:lnTo>
                  <a:cubicBezTo>
                    <a:pt x="1355" y="3309"/>
                    <a:pt x="1512" y="3466"/>
                    <a:pt x="1733" y="3466"/>
                  </a:cubicBezTo>
                  <a:cubicBezTo>
                    <a:pt x="1922" y="3466"/>
                    <a:pt x="2079" y="3309"/>
                    <a:pt x="2079" y="3088"/>
                  </a:cubicBezTo>
                  <a:lnTo>
                    <a:pt x="2079" y="1733"/>
                  </a:lnTo>
                  <a:lnTo>
                    <a:pt x="2079" y="347"/>
                  </a:lnTo>
                  <a:cubicBezTo>
                    <a:pt x="2079" y="158"/>
                    <a:pt x="1922" y="1"/>
                    <a:pt x="1733" y="1"/>
                  </a:cubicBezTo>
                  <a:cubicBezTo>
                    <a:pt x="1512" y="1"/>
                    <a:pt x="1355" y="158"/>
                    <a:pt x="1355" y="347"/>
                  </a:cubicBezTo>
                  <a:lnTo>
                    <a:pt x="1355" y="1355"/>
                  </a:lnTo>
                  <a:lnTo>
                    <a:pt x="693" y="1355"/>
                  </a:ln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625;p46"/>
          <p:cNvGrpSpPr/>
          <p:nvPr/>
        </p:nvGrpSpPr>
        <p:grpSpPr>
          <a:xfrm>
            <a:off x="585806" y="4324443"/>
            <a:ext cx="284927" cy="329946"/>
            <a:chOff x="1259525" y="3852925"/>
            <a:chExt cx="336075" cy="435500"/>
          </a:xfrm>
        </p:grpSpPr>
        <p:sp>
          <p:nvSpPr>
            <p:cNvPr id="42" name="Google Shape;4626;p46"/>
            <p:cNvSpPr/>
            <p:nvPr/>
          </p:nvSpPr>
          <p:spPr>
            <a:xfrm>
              <a:off x="1302075" y="4048200"/>
              <a:ext cx="251250" cy="240225"/>
            </a:xfrm>
            <a:custGeom>
              <a:avLst/>
              <a:gdLst/>
              <a:ahLst/>
              <a:cxnLst/>
              <a:rect l="l" t="t" r="r" b="b"/>
              <a:pathLst>
                <a:path w="10050" h="9609">
                  <a:moveTo>
                    <a:pt x="5715" y="6596"/>
                  </a:moveTo>
                  <a:cubicBezTo>
                    <a:pt x="5966" y="6596"/>
                    <a:pt x="6169" y="6782"/>
                    <a:pt x="6204" y="7037"/>
                  </a:cubicBezTo>
                  <a:cubicBezTo>
                    <a:pt x="6240" y="7334"/>
                    <a:pt x="6002" y="7608"/>
                    <a:pt x="5704" y="7608"/>
                  </a:cubicBezTo>
                  <a:lnTo>
                    <a:pt x="4370" y="7608"/>
                  </a:lnTo>
                  <a:cubicBezTo>
                    <a:pt x="4108" y="7608"/>
                    <a:pt x="3894" y="7418"/>
                    <a:pt x="3858" y="7156"/>
                  </a:cubicBezTo>
                  <a:cubicBezTo>
                    <a:pt x="3823" y="6864"/>
                    <a:pt x="4051" y="6596"/>
                    <a:pt x="4340" y="6596"/>
                  </a:cubicBezTo>
                  <a:cubicBezTo>
                    <a:pt x="4346" y="6596"/>
                    <a:pt x="4352" y="6596"/>
                    <a:pt x="4358" y="6596"/>
                  </a:cubicBezTo>
                  <a:lnTo>
                    <a:pt x="5692" y="6596"/>
                  </a:lnTo>
                  <a:cubicBezTo>
                    <a:pt x="5700" y="6596"/>
                    <a:pt x="5707" y="6596"/>
                    <a:pt x="5715" y="6596"/>
                  </a:cubicBezTo>
                  <a:close/>
                  <a:moveTo>
                    <a:pt x="1299" y="0"/>
                  </a:moveTo>
                  <a:cubicBezTo>
                    <a:pt x="1727" y="857"/>
                    <a:pt x="2573" y="1429"/>
                    <a:pt x="3525" y="1548"/>
                  </a:cubicBezTo>
                  <a:lnTo>
                    <a:pt x="3525" y="4620"/>
                  </a:lnTo>
                  <a:lnTo>
                    <a:pt x="1489" y="4620"/>
                  </a:lnTo>
                  <a:cubicBezTo>
                    <a:pt x="1215" y="4620"/>
                    <a:pt x="989" y="4846"/>
                    <a:pt x="989" y="5120"/>
                  </a:cubicBezTo>
                  <a:lnTo>
                    <a:pt x="989" y="8584"/>
                  </a:lnTo>
                  <a:lnTo>
                    <a:pt x="596" y="8584"/>
                  </a:lnTo>
                  <a:cubicBezTo>
                    <a:pt x="477" y="8584"/>
                    <a:pt x="358" y="8644"/>
                    <a:pt x="287" y="8751"/>
                  </a:cubicBezTo>
                  <a:cubicBezTo>
                    <a:pt x="1" y="9084"/>
                    <a:pt x="239" y="9608"/>
                    <a:pt x="679" y="9608"/>
                  </a:cubicBezTo>
                  <a:lnTo>
                    <a:pt x="9454" y="9608"/>
                  </a:lnTo>
                  <a:cubicBezTo>
                    <a:pt x="9573" y="9608"/>
                    <a:pt x="9692" y="9549"/>
                    <a:pt x="9764" y="9454"/>
                  </a:cubicBezTo>
                  <a:cubicBezTo>
                    <a:pt x="10050" y="9108"/>
                    <a:pt x="9812" y="8596"/>
                    <a:pt x="9371" y="8584"/>
                  </a:cubicBezTo>
                  <a:lnTo>
                    <a:pt x="9073" y="8584"/>
                  </a:lnTo>
                  <a:lnTo>
                    <a:pt x="9073" y="5120"/>
                  </a:lnTo>
                  <a:cubicBezTo>
                    <a:pt x="9073" y="4846"/>
                    <a:pt x="8847" y="4620"/>
                    <a:pt x="8561" y="4620"/>
                  </a:cubicBezTo>
                  <a:lnTo>
                    <a:pt x="6525" y="4620"/>
                  </a:lnTo>
                  <a:lnTo>
                    <a:pt x="6525" y="1536"/>
                  </a:lnTo>
                  <a:cubicBezTo>
                    <a:pt x="7478" y="1429"/>
                    <a:pt x="8311" y="857"/>
                    <a:pt x="8752" y="0"/>
                  </a:cubicBezTo>
                  <a:lnTo>
                    <a:pt x="12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627;p46"/>
            <p:cNvSpPr/>
            <p:nvPr/>
          </p:nvSpPr>
          <p:spPr>
            <a:xfrm>
              <a:off x="1259525" y="3852925"/>
              <a:ext cx="336075" cy="169700"/>
            </a:xfrm>
            <a:custGeom>
              <a:avLst/>
              <a:gdLst/>
              <a:ahLst/>
              <a:cxnLst/>
              <a:rect l="l" t="t" r="r" b="b"/>
              <a:pathLst>
                <a:path w="13443" h="6788">
                  <a:moveTo>
                    <a:pt x="2060" y="1048"/>
                  </a:moveTo>
                  <a:cubicBezTo>
                    <a:pt x="2417" y="1048"/>
                    <a:pt x="2715" y="1346"/>
                    <a:pt x="2715" y="1715"/>
                  </a:cubicBezTo>
                  <a:lnTo>
                    <a:pt x="2715" y="5692"/>
                  </a:lnTo>
                  <a:cubicBezTo>
                    <a:pt x="1691" y="5263"/>
                    <a:pt x="1024" y="4263"/>
                    <a:pt x="1024" y="3156"/>
                  </a:cubicBezTo>
                  <a:lnTo>
                    <a:pt x="1024" y="1715"/>
                  </a:lnTo>
                  <a:cubicBezTo>
                    <a:pt x="1024" y="1346"/>
                    <a:pt x="1322" y="1048"/>
                    <a:pt x="1679" y="1048"/>
                  </a:cubicBezTo>
                  <a:lnTo>
                    <a:pt x="2060" y="1048"/>
                  </a:lnTo>
                  <a:close/>
                  <a:moveTo>
                    <a:pt x="11799" y="1048"/>
                  </a:moveTo>
                  <a:cubicBezTo>
                    <a:pt x="12168" y="1048"/>
                    <a:pt x="12466" y="1346"/>
                    <a:pt x="12466" y="1715"/>
                  </a:cubicBezTo>
                  <a:lnTo>
                    <a:pt x="12466" y="3156"/>
                  </a:lnTo>
                  <a:cubicBezTo>
                    <a:pt x="12466" y="4263"/>
                    <a:pt x="11787" y="5263"/>
                    <a:pt x="10763" y="5692"/>
                  </a:cubicBezTo>
                  <a:lnTo>
                    <a:pt x="10763" y="1715"/>
                  </a:lnTo>
                  <a:cubicBezTo>
                    <a:pt x="10775" y="1346"/>
                    <a:pt x="11073" y="1048"/>
                    <a:pt x="11442" y="1048"/>
                  </a:cubicBezTo>
                  <a:lnTo>
                    <a:pt x="11799" y="1048"/>
                  </a:lnTo>
                  <a:close/>
                  <a:moveTo>
                    <a:pt x="1657" y="0"/>
                  </a:moveTo>
                  <a:cubicBezTo>
                    <a:pt x="739" y="0"/>
                    <a:pt x="0" y="758"/>
                    <a:pt x="0" y="1679"/>
                  </a:cubicBezTo>
                  <a:lnTo>
                    <a:pt x="0" y="3132"/>
                  </a:lnTo>
                  <a:cubicBezTo>
                    <a:pt x="0" y="4811"/>
                    <a:pt x="1107" y="6287"/>
                    <a:pt x="2715" y="6775"/>
                  </a:cubicBezTo>
                  <a:cubicBezTo>
                    <a:pt x="2715" y="6775"/>
                    <a:pt x="2715" y="6787"/>
                    <a:pt x="2715" y="6787"/>
                  </a:cubicBezTo>
                  <a:lnTo>
                    <a:pt x="10740" y="6787"/>
                  </a:lnTo>
                  <a:cubicBezTo>
                    <a:pt x="10740" y="6787"/>
                    <a:pt x="10740" y="6775"/>
                    <a:pt x="10740" y="6775"/>
                  </a:cubicBezTo>
                  <a:cubicBezTo>
                    <a:pt x="12347" y="6287"/>
                    <a:pt x="13442" y="4811"/>
                    <a:pt x="13442" y="3132"/>
                  </a:cubicBezTo>
                  <a:lnTo>
                    <a:pt x="13442" y="1679"/>
                  </a:lnTo>
                  <a:cubicBezTo>
                    <a:pt x="13442" y="751"/>
                    <a:pt x="12704" y="1"/>
                    <a:pt x="11775" y="1"/>
                  </a:cubicBezTo>
                  <a:lnTo>
                    <a:pt x="11430" y="1"/>
                  </a:lnTo>
                  <a:cubicBezTo>
                    <a:pt x="10692" y="1"/>
                    <a:pt x="10049" y="477"/>
                    <a:pt x="9823" y="1191"/>
                  </a:cubicBezTo>
                  <a:lnTo>
                    <a:pt x="3643" y="1191"/>
                  </a:lnTo>
                  <a:cubicBezTo>
                    <a:pt x="3429" y="477"/>
                    <a:pt x="2774" y="1"/>
                    <a:pt x="2036" y="1"/>
                  </a:cubicBezTo>
                  <a:lnTo>
                    <a:pt x="1679" y="1"/>
                  </a:lnTo>
                  <a:cubicBezTo>
                    <a:pt x="1672" y="0"/>
                    <a:pt x="1665" y="0"/>
                    <a:pt x="1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9185;p69"/>
          <p:cNvGrpSpPr/>
          <p:nvPr/>
        </p:nvGrpSpPr>
        <p:grpSpPr>
          <a:xfrm>
            <a:off x="561666" y="1134769"/>
            <a:ext cx="352232" cy="348539"/>
            <a:chOff x="1049375" y="2318350"/>
            <a:chExt cx="298525" cy="295400"/>
          </a:xfrm>
        </p:grpSpPr>
        <p:sp>
          <p:nvSpPr>
            <p:cNvPr id="65" name="Google Shape;9186;p69"/>
            <p:cNvSpPr/>
            <p:nvPr/>
          </p:nvSpPr>
          <p:spPr>
            <a:xfrm>
              <a:off x="1101350" y="2492325"/>
              <a:ext cx="70125" cy="50525"/>
            </a:xfrm>
            <a:custGeom>
              <a:avLst/>
              <a:gdLst/>
              <a:ahLst/>
              <a:cxnLst/>
              <a:rect l="l" t="t" r="r" b="b"/>
              <a:pathLst>
                <a:path w="2805" h="2021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187;p69"/>
            <p:cNvSpPr/>
            <p:nvPr/>
          </p:nvSpPr>
          <p:spPr>
            <a:xfrm>
              <a:off x="1101350" y="2440525"/>
              <a:ext cx="70125" cy="51150"/>
            </a:xfrm>
            <a:custGeom>
              <a:avLst/>
              <a:gdLst/>
              <a:ahLst/>
              <a:cxnLst/>
              <a:rect l="l" t="t" r="r" b="b"/>
              <a:pathLst>
                <a:path w="2805" h="2046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188;p69"/>
            <p:cNvSpPr/>
            <p:nvPr/>
          </p:nvSpPr>
          <p:spPr>
            <a:xfrm>
              <a:off x="1101350" y="2388550"/>
              <a:ext cx="70125" cy="51125"/>
            </a:xfrm>
            <a:custGeom>
              <a:avLst/>
              <a:gdLst/>
              <a:ahLst/>
              <a:cxnLst/>
              <a:rect l="l" t="t" r="r" b="b"/>
              <a:pathLst>
                <a:path w="2805" h="2045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189;p69"/>
            <p:cNvSpPr/>
            <p:nvPr/>
          </p:nvSpPr>
          <p:spPr>
            <a:xfrm>
              <a:off x="1049375" y="2318350"/>
              <a:ext cx="298525" cy="295400"/>
            </a:xfrm>
            <a:custGeom>
              <a:avLst/>
              <a:gdLst/>
              <a:ahLst/>
              <a:cxnLst/>
              <a:rect l="l" t="t" r="r" b="b"/>
              <a:pathLst>
                <a:path w="11941" h="11816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lnTo>
                    <a:pt x="6994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lnTo>
                    <a:pt x="6270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lnTo>
                    <a:pt x="1071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9122;p69"/>
          <p:cNvGrpSpPr/>
          <p:nvPr/>
        </p:nvGrpSpPr>
        <p:grpSpPr>
          <a:xfrm>
            <a:off x="518044" y="3420159"/>
            <a:ext cx="375378" cy="367397"/>
            <a:chOff x="-63669700" y="2646600"/>
            <a:chExt cx="324525" cy="317625"/>
          </a:xfrm>
        </p:grpSpPr>
        <p:sp>
          <p:nvSpPr>
            <p:cNvPr id="71" name="Google Shape;9123;p69"/>
            <p:cNvSpPr/>
            <p:nvPr/>
          </p:nvSpPr>
          <p:spPr>
            <a:xfrm>
              <a:off x="-63669700" y="2646600"/>
              <a:ext cx="324525" cy="317550"/>
            </a:xfrm>
            <a:custGeom>
              <a:avLst/>
              <a:gdLst/>
              <a:ahLst/>
              <a:cxnLst/>
              <a:rect l="l" t="t" r="r" b="b"/>
              <a:pathLst>
                <a:path w="12981" h="12702">
                  <a:moveTo>
                    <a:pt x="6947" y="867"/>
                  </a:moveTo>
                  <a:cubicBezTo>
                    <a:pt x="7058" y="867"/>
                    <a:pt x="7168" y="906"/>
                    <a:pt x="7247" y="985"/>
                  </a:cubicBezTo>
                  <a:cubicBezTo>
                    <a:pt x="7404" y="1143"/>
                    <a:pt x="7404" y="1426"/>
                    <a:pt x="7247" y="1584"/>
                  </a:cubicBezTo>
                  <a:lnTo>
                    <a:pt x="5199" y="3632"/>
                  </a:lnTo>
                  <a:cubicBezTo>
                    <a:pt x="5120" y="3710"/>
                    <a:pt x="5010" y="3750"/>
                    <a:pt x="4900" y="3750"/>
                  </a:cubicBezTo>
                  <a:cubicBezTo>
                    <a:pt x="4789" y="3750"/>
                    <a:pt x="4679" y="3710"/>
                    <a:pt x="4600" y="3632"/>
                  </a:cubicBezTo>
                  <a:cubicBezTo>
                    <a:pt x="4443" y="3474"/>
                    <a:pt x="4443" y="3190"/>
                    <a:pt x="4600" y="3033"/>
                  </a:cubicBezTo>
                  <a:lnTo>
                    <a:pt x="6648" y="985"/>
                  </a:lnTo>
                  <a:cubicBezTo>
                    <a:pt x="6727" y="906"/>
                    <a:pt x="6837" y="867"/>
                    <a:pt x="6947" y="867"/>
                  </a:cubicBezTo>
                  <a:close/>
                  <a:moveTo>
                    <a:pt x="7530" y="2434"/>
                  </a:moveTo>
                  <a:lnTo>
                    <a:pt x="10429" y="5364"/>
                  </a:lnTo>
                  <a:lnTo>
                    <a:pt x="8979" y="6814"/>
                  </a:lnTo>
                  <a:lnTo>
                    <a:pt x="6050" y="3884"/>
                  </a:lnTo>
                  <a:lnTo>
                    <a:pt x="7530" y="2434"/>
                  </a:lnTo>
                  <a:close/>
                  <a:moveTo>
                    <a:pt x="6648" y="5679"/>
                  </a:moveTo>
                  <a:lnTo>
                    <a:pt x="7247" y="6246"/>
                  </a:lnTo>
                  <a:lnTo>
                    <a:pt x="5482" y="8042"/>
                  </a:lnTo>
                  <a:lnTo>
                    <a:pt x="4884" y="7444"/>
                  </a:lnTo>
                  <a:lnTo>
                    <a:pt x="6648" y="5679"/>
                  </a:lnTo>
                  <a:close/>
                  <a:moveTo>
                    <a:pt x="11642" y="5561"/>
                  </a:moveTo>
                  <a:cubicBezTo>
                    <a:pt x="11752" y="5561"/>
                    <a:pt x="11862" y="5601"/>
                    <a:pt x="11941" y="5679"/>
                  </a:cubicBezTo>
                  <a:cubicBezTo>
                    <a:pt x="12098" y="5837"/>
                    <a:pt x="12098" y="6089"/>
                    <a:pt x="11941" y="6246"/>
                  </a:cubicBezTo>
                  <a:lnTo>
                    <a:pt x="9893" y="8294"/>
                  </a:lnTo>
                  <a:cubicBezTo>
                    <a:pt x="9814" y="8373"/>
                    <a:pt x="9704" y="8412"/>
                    <a:pt x="9594" y="8412"/>
                  </a:cubicBezTo>
                  <a:cubicBezTo>
                    <a:pt x="9484" y="8412"/>
                    <a:pt x="9373" y="8373"/>
                    <a:pt x="9295" y="8294"/>
                  </a:cubicBezTo>
                  <a:cubicBezTo>
                    <a:pt x="9137" y="8137"/>
                    <a:pt x="9137" y="7885"/>
                    <a:pt x="9295" y="7727"/>
                  </a:cubicBezTo>
                  <a:lnTo>
                    <a:pt x="11342" y="5679"/>
                  </a:lnTo>
                  <a:cubicBezTo>
                    <a:pt x="11421" y="5601"/>
                    <a:pt x="11531" y="5561"/>
                    <a:pt x="11642" y="5561"/>
                  </a:cubicBezTo>
                  <a:close/>
                  <a:moveTo>
                    <a:pt x="4065" y="7664"/>
                  </a:moveTo>
                  <a:lnTo>
                    <a:pt x="5230" y="8861"/>
                  </a:lnTo>
                  <a:lnTo>
                    <a:pt x="2426" y="11665"/>
                  </a:lnTo>
                  <a:cubicBezTo>
                    <a:pt x="2269" y="11823"/>
                    <a:pt x="2064" y="11902"/>
                    <a:pt x="1855" y="11902"/>
                  </a:cubicBezTo>
                  <a:cubicBezTo>
                    <a:pt x="1647" y="11902"/>
                    <a:pt x="1434" y="11823"/>
                    <a:pt x="1261" y="11665"/>
                  </a:cubicBezTo>
                  <a:cubicBezTo>
                    <a:pt x="914" y="11350"/>
                    <a:pt x="914" y="10783"/>
                    <a:pt x="1261" y="10468"/>
                  </a:cubicBezTo>
                  <a:lnTo>
                    <a:pt x="4065" y="7664"/>
                  </a:lnTo>
                  <a:close/>
                  <a:moveTo>
                    <a:pt x="6971" y="1"/>
                  </a:moveTo>
                  <a:cubicBezTo>
                    <a:pt x="6648" y="1"/>
                    <a:pt x="6317" y="119"/>
                    <a:pt x="6050" y="355"/>
                  </a:cubicBezTo>
                  <a:lnTo>
                    <a:pt x="4002" y="2403"/>
                  </a:lnTo>
                  <a:cubicBezTo>
                    <a:pt x="3529" y="2875"/>
                    <a:pt x="3529" y="3663"/>
                    <a:pt x="4002" y="4167"/>
                  </a:cubicBezTo>
                  <a:cubicBezTo>
                    <a:pt x="4258" y="4424"/>
                    <a:pt x="4564" y="4544"/>
                    <a:pt x="4874" y="4544"/>
                  </a:cubicBezTo>
                  <a:cubicBezTo>
                    <a:pt x="5058" y="4544"/>
                    <a:pt x="5243" y="4501"/>
                    <a:pt x="5419" y="4419"/>
                  </a:cubicBezTo>
                  <a:lnTo>
                    <a:pt x="6081" y="5018"/>
                  </a:lnTo>
                  <a:lnTo>
                    <a:pt x="4285" y="6814"/>
                  </a:lnTo>
                  <a:cubicBezTo>
                    <a:pt x="4206" y="6735"/>
                    <a:pt x="4096" y="6695"/>
                    <a:pt x="3990" y="6695"/>
                  </a:cubicBezTo>
                  <a:cubicBezTo>
                    <a:pt x="3884" y="6695"/>
                    <a:pt x="3781" y="6735"/>
                    <a:pt x="3718" y="6814"/>
                  </a:cubicBezTo>
                  <a:lnTo>
                    <a:pt x="631" y="9869"/>
                  </a:lnTo>
                  <a:cubicBezTo>
                    <a:pt x="1" y="10500"/>
                    <a:pt x="1" y="11571"/>
                    <a:pt x="631" y="12201"/>
                  </a:cubicBezTo>
                  <a:cubicBezTo>
                    <a:pt x="965" y="12536"/>
                    <a:pt x="1405" y="12701"/>
                    <a:pt x="1840" y="12701"/>
                  </a:cubicBezTo>
                  <a:cubicBezTo>
                    <a:pt x="2264" y="12701"/>
                    <a:pt x="2682" y="12544"/>
                    <a:pt x="2994" y="12232"/>
                  </a:cubicBezTo>
                  <a:lnTo>
                    <a:pt x="6050" y="9176"/>
                  </a:lnTo>
                  <a:cubicBezTo>
                    <a:pt x="6207" y="9019"/>
                    <a:pt x="6207" y="8735"/>
                    <a:pt x="6050" y="8578"/>
                  </a:cubicBezTo>
                  <a:lnTo>
                    <a:pt x="7845" y="6814"/>
                  </a:lnTo>
                  <a:lnTo>
                    <a:pt x="8475" y="7444"/>
                  </a:lnTo>
                  <a:cubicBezTo>
                    <a:pt x="8255" y="7853"/>
                    <a:pt x="8318" y="8452"/>
                    <a:pt x="8696" y="8861"/>
                  </a:cubicBezTo>
                  <a:cubicBezTo>
                    <a:pt x="8932" y="9098"/>
                    <a:pt x="9247" y="9216"/>
                    <a:pt x="9566" y="9216"/>
                  </a:cubicBezTo>
                  <a:cubicBezTo>
                    <a:pt x="9885" y="9216"/>
                    <a:pt x="10208" y="9098"/>
                    <a:pt x="10460" y="8861"/>
                  </a:cubicBezTo>
                  <a:lnTo>
                    <a:pt x="12508" y="6814"/>
                  </a:lnTo>
                  <a:cubicBezTo>
                    <a:pt x="12981" y="6341"/>
                    <a:pt x="12981" y="5553"/>
                    <a:pt x="12508" y="5018"/>
                  </a:cubicBezTo>
                  <a:cubicBezTo>
                    <a:pt x="12274" y="4784"/>
                    <a:pt x="11979" y="4670"/>
                    <a:pt x="11669" y="4670"/>
                  </a:cubicBezTo>
                  <a:cubicBezTo>
                    <a:pt x="11479" y="4670"/>
                    <a:pt x="11282" y="4713"/>
                    <a:pt x="11090" y="4797"/>
                  </a:cubicBezTo>
                  <a:lnTo>
                    <a:pt x="8066" y="1773"/>
                  </a:lnTo>
                  <a:cubicBezTo>
                    <a:pt x="8255" y="1332"/>
                    <a:pt x="8223" y="733"/>
                    <a:pt x="7845" y="355"/>
                  </a:cubicBezTo>
                  <a:cubicBezTo>
                    <a:pt x="7609" y="119"/>
                    <a:pt x="7294" y="1"/>
                    <a:pt x="6971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124;p69"/>
            <p:cNvSpPr/>
            <p:nvPr/>
          </p:nvSpPr>
          <p:spPr>
            <a:xfrm>
              <a:off x="-63532650" y="2901200"/>
              <a:ext cx="185900" cy="63025"/>
            </a:xfrm>
            <a:custGeom>
              <a:avLst/>
              <a:gdLst/>
              <a:ahLst/>
              <a:cxnLst/>
              <a:rect l="l" t="t" r="r" b="b"/>
              <a:pathLst>
                <a:path w="7436" h="2521">
                  <a:moveTo>
                    <a:pt x="5356" y="851"/>
                  </a:moveTo>
                  <a:cubicBezTo>
                    <a:pt x="5577" y="851"/>
                    <a:pt x="5734" y="1040"/>
                    <a:pt x="5734" y="1261"/>
                  </a:cubicBezTo>
                  <a:lnTo>
                    <a:pt x="5734" y="1702"/>
                  </a:lnTo>
                  <a:lnTo>
                    <a:pt x="1607" y="1702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lnTo>
                    <a:pt x="5356" y="851"/>
                  </a:ln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1702"/>
                  </a:lnTo>
                  <a:lnTo>
                    <a:pt x="378" y="1702"/>
                  </a:lnTo>
                  <a:cubicBezTo>
                    <a:pt x="158" y="1702"/>
                    <a:pt x="0" y="1891"/>
                    <a:pt x="0" y="2111"/>
                  </a:cubicBezTo>
                  <a:cubicBezTo>
                    <a:pt x="0" y="2332"/>
                    <a:pt x="189" y="2521"/>
                    <a:pt x="378" y="2521"/>
                  </a:cubicBezTo>
                  <a:lnTo>
                    <a:pt x="6995" y="2521"/>
                  </a:lnTo>
                  <a:cubicBezTo>
                    <a:pt x="7247" y="2521"/>
                    <a:pt x="7436" y="2332"/>
                    <a:pt x="7436" y="2111"/>
                  </a:cubicBezTo>
                  <a:cubicBezTo>
                    <a:pt x="7404" y="1891"/>
                    <a:pt x="7184" y="1702"/>
                    <a:pt x="6963" y="1702"/>
                  </a:cubicBezTo>
                  <a:lnTo>
                    <a:pt x="6553" y="1702"/>
                  </a:lnTo>
                  <a:lnTo>
                    <a:pt x="6553" y="1261"/>
                  </a:lnTo>
                  <a:cubicBezTo>
                    <a:pt x="6553" y="599"/>
                    <a:pt x="6018" y="1"/>
                    <a:pt x="5356" y="1"/>
                  </a:cubicBezTo>
                  <a:lnTo>
                    <a:pt x="2048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0; 0.2,0.5; 0.8,0.5; 1,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>
            <a:spLocks noGrp="1" noEditPoints="1"/>
          </p:cNvSpPr>
          <p:nvPr>
            <p:ph type="title"/>
          </p:nvPr>
        </p:nvSpPr>
        <p:spPr>
          <a:xfrm>
            <a:off x="0" y="32875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Montserrat" panose="00000500000000000000" pitchFamily="2" charset="0"/>
                <a:ea typeface="Cambria" pitchFamily="34" charset="-122"/>
                <a:cs typeface="Cambria" pitchFamily="34" charset="-122"/>
              </a:rPr>
              <a:t>Objective Function</a:t>
            </a:r>
            <a:endParaRPr lang="en-US" sz="3600" dirty="0">
              <a:latin typeface="Montserrat" panose="00000500000000000000" pitchFamily="2" charset="0"/>
            </a:endParaRPr>
          </a:p>
        </p:txBody>
      </p:sp>
      <p:sp>
        <p:nvSpPr>
          <p:cNvPr id="342" name="Google Shape;342;p35"/>
          <p:cNvSpPr/>
          <p:nvPr/>
        </p:nvSpPr>
        <p:spPr>
          <a:xfrm>
            <a:off x="1488492" y="1071436"/>
            <a:ext cx="6011798" cy="35759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Montserrat" panose="00000500000000000000" pitchFamily="2" charset="0"/>
                <a:ea typeface="Cambria" pitchFamily="34" charset="-122"/>
                <a:cs typeface="Cambria" pitchFamily="34" charset="-122"/>
              </a:rPr>
              <a:t>Z  =  Z1 + Z2 + Z3 + Z4 + Z5 + Z6 + Z7 + Z8</a:t>
            </a: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234" y="100695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203392" y="1415491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dirty="0">
                <a:solidFill>
                  <a:schemeClr val="accent3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</a:t>
            </a:r>
            <a:endParaRPr lang="en-US" b="1" i="1" dirty="0">
              <a:solidFill>
                <a:schemeClr val="accent3">
                  <a:lumMod val="85000"/>
                </a:schemeClr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68783" y="1364319"/>
            <a:ext cx="1822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dirty="0">
                <a:solidFill>
                  <a:schemeClr val="accent3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Penalty Meaning</a:t>
            </a:r>
          </a:p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447911" y="1421340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dirty="0">
                <a:solidFill>
                  <a:schemeClr val="accent3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endParaRPr lang="en-US" i="1" dirty="0">
              <a:solidFill>
                <a:schemeClr val="accent3">
                  <a:lumMod val="85000"/>
                </a:schemeClr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H="1">
            <a:off x="123185" y="1941319"/>
            <a:ext cx="14288" cy="3001463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137473" y="1941319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137473" y="2415188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142235" y="2853338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137473" y="3234338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37473" y="3665344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130329" y="4124926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137473" y="4482172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130329" y="4942782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6800203" y="1941319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2658168" y="1927442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94107" y="1813872"/>
            <a:ext cx="140615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Z1 — Round order</a:t>
            </a:r>
          </a:p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333049" y="1760967"/>
            <a:ext cx="338956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Deviation from the round's nominal week</a:t>
            </a:r>
          </a:p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7560458" y="1778993"/>
            <a:ext cx="489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100</a:t>
            </a:r>
            <a:endParaRPr lang="en-US" dirty="0">
              <a:solidFill>
                <a:schemeClr val="tx1"/>
              </a:solidFill>
              <a:latin typeface="DM Sans" panose="020B0604020202020204" pitchFamily="2" charset="0"/>
            </a:endParaRPr>
          </a:p>
        </p:txBody>
      </p:sp>
      <p:cxnSp>
        <p:nvCxnSpPr>
          <p:cNvPr id="83" name="Straight Connector 82"/>
          <p:cNvCxnSpPr/>
          <p:nvPr/>
        </p:nvCxnSpPr>
        <p:spPr>
          <a:xfrm>
            <a:off x="2658168" y="2415188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2658168" y="2831640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2658168" y="3254681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2658168" y="3665344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2680375" y="4124926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2658168" y="4482172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2630285" y="4959397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795450" y="2415188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6795450" y="2829936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6795450" y="3234338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6790687" y="3665344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6790687" y="4124926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6812118" y="4482172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6812118" y="4950720"/>
            <a:ext cx="700087" cy="0"/>
          </a:xfrm>
          <a:prstGeom prst="line">
            <a:avLst/>
          </a:prstGeom>
          <a:ln w="177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50572" y="2292455"/>
            <a:ext cx="1829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Z2 — Weekly underload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070" y="2698771"/>
            <a:ext cx="17475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Z3 — Weekly overload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070" y="3074335"/>
            <a:ext cx="16546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Z4 — Travel distance</a:t>
            </a:r>
          </a:p>
          <a:p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851848" y="3508132"/>
            <a:ext cx="1587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Z5 — Tier mismatch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8120" y="4342991"/>
            <a:ext cx="14099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Z7 — Slot-spread</a:t>
            </a:r>
          </a:p>
          <a:p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823272" y="3981412"/>
            <a:ext cx="1943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Z6 — Evening preference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3272" y="4800562"/>
            <a:ext cx="1595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Z8 — Venue overlap</a:t>
            </a:r>
          </a:p>
          <a:p>
            <a:endParaRPr 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3322563" y="2228039"/>
            <a:ext cx="344756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</a:rPr>
              <a:t>Matches below the soft-minimum weekly load (6)</a:t>
            </a: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307843" y="2650500"/>
            <a:ext cx="344756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</a:rPr>
              <a:t>Matches above the soft-maximum weekly load (12)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40146" y="3122709"/>
            <a:ext cx="34475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</a:rPr>
              <a:t>Away-team travel distance in km to the venue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40145" y="3539602"/>
            <a:ext cx="34475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</a:rPr>
              <a:t>Gap between match quality tier and slot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8255" y="4005902"/>
            <a:ext cx="34475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</a:rPr>
              <a:t>Per-hour penalty for kickoff before 21:00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0144" y="4276182"/>
            <a:ext cx="3447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</a:rPr>
              <a:t>More than one match sharing the same kickoff slot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8531" y="4681835"/>
            <a:ext cx="3447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DM Sans" panose="020B0604020202020204" pitchFamily="2" charset="0"/>
              </a:rPr>
              <a:t>Non-primary venue reused within the stadium service gap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45331" y="3058983"/>
            <a:ext cx="23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dirty="0">
              <a:solidFill>
                <a:schemeClr val="tx1"/>
              </a:solidFill>
              <a:latin typeface="DM Sans" panose="020B0604020202020204" pitchFamily="2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554761" y="3538591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  <a:endParaRPr lang="en-US" dirty="0">
              <a:solidFill>
                <a:schemeClr val="tx1"/>
              </a:solidFill>
              <a:latin typeface="DM Sans" panose="020B0604020202020204" pitchFamily="2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564699" y="3981412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50</a:t>
            </a:r>
            <a:endParaRPr lang="en-US" dirty="0">
              <a:solidFill>
                <a:schemeClr val="tx1"/>
              </a:solidFill>
              <a:latin typeface="DM Sans" panose="020B0604020202020204" pitchFamily="2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558862" y="4348059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500</a:t>
            </a:r>
            <a:endParaRPr lang="en-US" dirty="0">
              <a:solidFill>
                <a:schemeClr val="tx1"/>
              </a:solidFill>
              <a:latin typeface="DM Sans" panose="020B0604020202020204" pitchFamily="2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28316" y="4770398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500</a:t>
            </a:r>
            <a:endParaRPr lang="en-US" dirty="0">
              <a:solidFill>
                <a:schemeClr val="tx1"/>
              </a:solidFill>
              <a:latin typeface="DM Sans" panose="020B0604020202020204" pitchFamily="2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554761" y="2258816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50</a:t>
            </a:r>
            <a:endParaRPr lang="en-US" dirty="0">
              <a:solidFill>
                <a:schemeClr val="tx1"/>
              </a:solidFill>
              <a:latin typeface="DM Sans" panose="020B0604020202020204" pitchFamily="2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554761" y="2703415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DM Sans" panose="020B060402020202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50</a:t>
            </a:r>
            <a:endParaRPr lang="en-US" dirty="0">
              <a:solidFill>
                <a:schemeClr val="tx1"/>
              </a:solidFill>
              <a:latin typeface="DM Sans" panose="020B0604020202020204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>
            <a:spLocks noGrp="1" noEditPoints="1"/>
          </p:cNvSpPr>
          <p:nvPr>
            <p:ph type="title"/>
          </p:nvPr>
        </p:nvSpPr>
        <p:spPr>
          <a:xfrm>
            <a:off x="2083724" y="1527636"/>
            <a:ext cx="6450676" cy="965729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SOLUTION METHODOLOGY</a:t>
            </a:r>
          </a:p>
        </p:txBody>
      </p:sp>
      <p:sp>
        <p:nvSpPr>
          <p:cNvPr id="331" name="Google Shape;331;p34"/>
          <p:cNvSpPr>
            <a:spLocks noGrp="1" noEditPoints="1"/>
          </p:cNvSpPr>
          <p:nvPr>
            <p:ph type="title" idx="2"/>
          </p:nvPr>
        </p:nvSpPr>
        <p:spPr>
          <a:xfrm>
            <a:off x="713212" y="1492050"/>
            <a:ext cx="1241967" cy="1106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30" name="Google Shape;330;p34"/>
          <p:cNvSpPr>
            <a:spLocks noGrp="1" noEditPoints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sz="1400" b="1" dirty="0">
                <a:latin typeface="DM Sans" panose="020B0604020202020204" pitchFamily="2" charset="0"/>
              </a:rPr>
              <a:t>CP-SAT Pipeline Architecture &amp; Phase Flow</a:t>
            </a:r>
          </a:p>
        </p:txBody>
      </p:sp>
      <p:grpSp>
        <p:nvGrpSpPr>
          <p:cNvPr id="332" name="Google Shape;332;p34"/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cxnSp>
        <p:nvCxnSpPr>
          <p:cNvPr id="336" name="Google Shape;336;p34"/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452369" y="303779"/>
            <a:ext cx="7704000" cy="572700"/>
          </a:xfrm>
        </p:spPr>
        <p:txBody>
          <a:bodyPr/>
          <a:lstStyle/>
          <a:p>
            <a:r>
              <a:rPr lang="en-US" dirty="0"/>
              <a:t>Component 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69417" y="988980"/>
            <a:ext cx="6156077" cy="3850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0.5,1; 1,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92066" y="9190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-US" dirty="0">
                <a:latin typeface="Montserrat" panose="00000500000000000000" pitchFamily="2" charset="0"/>
              </a:rPr>
              <a:t>Technology Stack</a:t>
            </a:r>
          </a:p>
        </p:txBody>
      </p:sp>
      <p:sp>
        <p:nvSpPr>
          <p:cNvPr id="11" name="Subtitle 2"/>
          <p:cNvSpPr txBox="1">
            <a:spLocks noChangeArrowheads="1"/>
          </p:cNvSpPr>
          <p:nvPr/>
        </p:nvSpPr>
        <p:spPr bwMode="auto">
          <a:xfrm>
            <a:off x="546688" y="1236627"/>
            <a:ext cx="8054387" cy="442493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vert="horz" wrap="square" lIns="91440" tIns="45720" rIns="91440" bIns="45720" anchor="ctr">
            <a:prstTxWarp prst="textNoShape">
              <a:avLst/>
            </a:prstTxWarp>
            <a:spAutoFit/>
          </a:bodyPr>
          <a:lstStyle>
            <a:lvl1pPr marL="457200" marR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DM Sans" panose="020B0604020202020204" pitchFamily="2" charset="0"/>
              </a:rPr>
              <a:t>Language:</a:t>
            </a:r>
            <a:r>
              <a:rPr lang="en-US" sz="1800" dirty="0">
                <a:solidFill>
                  <a:srgbClr val="FFFFFF"/>
                </a:solidFill>
                <a:latin typeface="DM Sans" panose="020B0604020202020204" pitchFamily="2" charset="0"/>
              </a:rPr>
              <a:t> Python 3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DM Sans" panose="020B0604020202020204" pitchFamily="2" charset="0"/>
              </a:rPr>
              <a:t>Optimizer:</a:t>
            </a:r>
            <a:r>
              <a:rPr lang="en-US" sz="1800" dirty="0">
                <a:solidFill>
                  <a:srgbClr val="FFFFFF"/>
                </a:solidFill>
                <a:latin typeface="DM Sans" panose="020B0604020202020204" pitchFamily="2" charset="0"/>
              </a:rPr>
              <a:t> Google OR-Tools CP-SAT (Constraint Programming with Boolean Satisfiability)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  <a:latin typeface="DM Sans" panose="020B0604020202020204" pitchFamily="2" charset="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DM Sans" panose="020B0604020202020204" pitchFamily="2" charset="0"/>
              </a:rPr>
              <a:t>Data I/O:</a:t>
            </a:r>
            <a:r>
              <a:rPr lang="en-US" sz="1800" dirty="0">
                <a:solidFill>
                  <a:srgbClr val="FFFFFF"/>
                </a:solidFill>
                <a:latin typeface="DM Sans" panose="020B0604020202020204" pitchFamily="2" charset="0"/>
              </a:rPr>
              <a:t> Pandas + </a:t>
            </a:r>
            <a:r>
              <a:rPr lang="en-US" sz="1800" dirty="0" err="1">
                <a:solidFill>
                  <a:srgbClr val="FFFFFF"/>
                </a:solidFill>
                <a:latin typeface="DM Sans" panose="020B0604020202020204" pitchFamily="2" charset="0"/>
              </a:rPr>
              <a:t>openpyxl</a:t>
            </a:r>
            <a:r>
              <a:rPr lang="en-US" sz="1800" dirty="0">
                <a:solidFill>
                  <a:srgbClr val="FFFFFF"/>
                </a:solidFill>
                <a:latin typeface="DM Sans" panose="020B0604020202020204" pitchFamily="2" charset="0"/>
              </a:rPr>
              <a:t> for Excel workbook loading &amp; CSV output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DM Sans" panose="020B0604020202020204" pitchFamily="2" charset="0"/>
              </a:rPr>
              <a:t>Frontend:</a:t>
            </a:r>
            <a:r>
              <a:rPr lang="en-US" sz="1800" dirty="0">
                <a:solidFill>
                  <a:srgbClr val="FFFFFF"/>
                </a:solidFill>
                <a:latin typeface="DM Sans" panose="020B0604020202020204" pitchFamily="2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 panose="020B0604020202020204" pitchFamily="2" charset="0"/>
              </a:rPr>
              <a:t>Streamlit</a:t>
            </a:r>
            <a:r>
              <a:rPr lang="en-US" sz="1800" dirty="0">
                <a:solidFill>
                  <a:srgbClr val="FFFFFF"/>
                </a:solidFill>
                <a:latin typeface="DM Sans" panose="020B0604020202020204" pitchFamily="2" charset="0"/>
              </a:rPr>
              <a:t> interactive web dashboard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DM Sans" panose="020B0604020202020204" pitchFamily="2" charset="0"/>
              </a:rPr>
              <a:t>Solver </a:t>
            </a:r>
            <a:r>
              <a:rPr lang="en-US" sz="1800" b="1" dirty="0" err="1">
                <a:solidFill>
                  <a:srgbClr val="FFFFFF"/>
                </a:solidFill>
                <a:latin typeface="DM Sans" panose="020B0604020202020204" pitchFamily="2" charset="0"/>
              </a:rPr>
              <a:t>Config</a:t>
            </a:r>
            <a:r>
              <a:rPr lang="en-US" sz="1800" b="1" dirty="0">
                <a:solidFill>
                  <a:srgbClr val="FFFFFF"/>
                </a:solidFill>
                <a:latin typeface="DM Sans" panose="020B0604020202020204" pitchFamily="2" charset="0"/>
              </a:rPr>
              <a:t>:</a:t>
            </a:r>
            <a:r>
              <a:rPr lang="en-US" sz="1800" dirty="0">
                <a:solidFill>
                  <a:srgbClr val="FFFFFF"/>
                </a:solidFill>
                <a:latin typeface="DM Sans" panose="020B0604020202020204" pitchFamily="2" charset="0"/>
              </a:rPr>
              <a:t> 600s baseline time limit, 8 parallel worker threads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139700" indent="0">
              <a:lnSpc>
                <a:spcPct val="200000"/>
              </a:lnSpc>
            </a:pPr>
            <a:endParaRPr lang="en-US" sz="18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>
            <a:spLocks noGrp="1" noEditPoints="1"/>
          </p:cNvSpPr>
          <p:nvPr>
            <p:ph type="title"/>
          </p:nvPr>
        </p:nvSpPr>
        <p:spPr>
          <a:xfrm>
            <a:off x="2083724" y="1527636"/>
            <a:ext cx="6450676" cy="965729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r>
              <a:rPr lang="en-US" sz="4000" dirty="0">
                <a:latin typeface="Montserrat ExtraBold" panose="00000900000000000000" pitchFamily="2" charset="0"/>
              </a:rPr>
              <a:t>INSIGHTS &amp;</a:t>
            </a:r>
            <a:br>
              <a:rPr lang="en-US" sz="4000" dirty="0">
                <a:latin typeface="Montserrat ExtraBold" panose="00000900000000000000" pitchFamily="2" charset="0"/>
              </a:rPr>
            </a:br>
            <a:r>
              <a:rPr lang="en-US" sz="4000" dirty="0">
                <a:latin typeface="Montserrat ExtraBold" panose="00000900000000000000" pitchFamily="2" charset="0"/>
              </a:rPr>
              <a:t>VISUALIZATION</a:t>
            </a:r>
          </a:p>
        </p:txBody>
      </p:sp>
      <p:sp>
        <p:nvSpPr>
          <p:cNvPr id="331" name="Google Shape;331;p34"/>
          <p:cNvSpPr>
            <a:spLocks noGrp="1" noEditPoints="1"/>
          </p:cNvSpPr>
          <p:nvPr>
            <p:ph type="title" idx="2"/>
          </p:nvPr>
        </p:nvSpPr>
        <p:spPr>
          <a:xfrm>
            <a:off x="713212" y="1492050"/>
            <a:ext cx="1241967" cy="1106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330" name="Google Shape;330;p34"/>
          <p:cNvSpPr>
            <a:spLocks noGrp="1" noEditPoints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sz="1400" b="1" dirty="0">
                <a:latin typeface="DM Sans" panose="020B0604020202020204" pitchFamily="2" charset="0"/>
              </a:rPr>
              <a:t>Key Findings, Graphs &amp; Dashboard Analytics</a:t>
            </a:r>
          </a:p>
        </p:txBody>
      </p:sp>
      <p:grpSp>
        <p:nvGrpSpPr>
          <p:cNvPr id="332" name="Google Shape;332;p34"/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cxnSp>
        <p:nvCxnSpPr>
          <p:cNvPr id="336" name="Google Shape;336;p34"/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314839" y="1013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-US" dirty="0"/>
              <a:t>Monte Carlo Analysis</a:t>
            </a:r>
            <a:endParaRPr lang="en-US" dirty="0">
              <a:effectLst/>
            </a:endParaRPr>
          </a:p>
        </p:txBody>
      </p:sp>
      <p:sp>
        <p:nvSpPr>
          <p:cNvPr id="13" name="Subtitle 2"/>
          <p:cNvSpPr txBox="1">
            <a:spLocks noChangeArrowheads="1"/>
          </p:cNvSpPr>
          <p:nvPr/>
        </p:nvSpPr>
        <p:spPr bwMode="auto">
          <a:xfrm>
            <a:off x="314839" y="575363"/>
            <a:ext cx="8050620" cy="161582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vert="horz" wrap="square" lIns="91440" tIns="45720" rIns="91440" bIns="45720" anchor="ctr">
            <a:prstTxWarp prst="textNoShape">
              <a:avLst/>
            </a:prstTxWarp>
            <a:spAutoFit/>
          </a:bodyPr>
          <a:lstStyle>
            <a:lvl1pPr marL="457200" marR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</a:rPr>
              <a:t>Selection criteria (in priority order):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n-US" sz="1600" dirty="0"/>
              <a:t>        </a:t>
            </a:r>
            <a:r>
              <a:rPr lang="en-US" dirty="0"/>
              <a:t>Fewest validation errors,</a:t>
            </a:r>
            <a:r>
              <a:rPr lang="en-US" b="1" dirty="0"/>
              <a:t> </a:t>
            </a:r>
            <a:r>
              <a:rPr lang="en-US" dirty="0"/>
              <a:t>Lowest baseline objective value ,</a:t>
            </a:r>
            <a:r>
              <a:rPr lang="en-US" b="1" dirty="0"/>
              <a:t> </a:t>
            </a:r>
            <a:r>
              <a:rPr lang="en-US" dirty="0"/>
              <a:t>Lowest total travel distance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endParaRPr lang="en-US" sz="1600" dirty="0"/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9460" y="1471961"/>
            <a:ext cx="7329379" cy="3564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720000" y="333515"/>
            <a:ext cx="7704000" cy="572700"/>
          </a:xfrm>
        </p:spPr>
        <p:txBody>
          <a:bodyPr/>
          <a:lstStyle/>
          <a:p>
            <a:r>
              <a:rPr lang="en-US" dirty="0"/>
              <a:t>Schedule Insights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2232" y="1020361"/>
            <a:ext cx="8054070" cy="3440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80661" y="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-US" dirty="0"/>
              <a:t>Travel Distance Analysis</a:t>
            </a:r>
            <a:endParaRPr lang="en-US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CBA81A-3A00-8570-F042-3D2D62ABF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53" y="810594"/>
            <a:ext cx="7470204" cy="3806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FE9BF-4A5C-566C-8670-37257DDFF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9802851-EC60-802F-47BE-B606E4D72563}"/>
              </a:ext>
            </a:extLst>
          </p:cNvPr>
          <p:cNvSpPr txBox="1"/>
          <p:nvPr/>
        </p:nvSpPr>
        <p:spPr>
          <a:xfrm>
            <a:off x="80661" y="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-US" dirty="0"/>
              <a:t>Travel Distance Analysis</a:t>
            </a:r>
            <a:endParaRPr lang="en-US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C18608-C5DA-931C-5E85-FA2DC1CF8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98" y="1078943"/>
            <a:ext cx="7470204" cy="298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91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496866" y="24161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-US" dirty="0"/>
              <a:t>Stadiums &amp; Venues</a:t>
            </a:r>
          </a:p>
          <a:p>
            <a:br>
              <a:rPr lang="en-US" dirty="0"/>
            </a:br>
            <a:endParaRPr lang="en-US" dirty="0">
              <a:effectLst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70091" y="1099649"/>
            <a:ext cx="7597402" cy="38022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902DC-F99D-3401-5571-2F553BC6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3D8700-893F-33B4-E4BD-CBD76F2175F1}"/>
              </a:ext>
            </a:extLst>
          </p:cNvPr>
          <p:cNvSpPr txBox="1"/>
          <p:nvPr/>
        </p:nvSpPr>
        <p:spPr>
          <a:xfrm>
            <a:off x="1496866" y="24161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-US" dirty="0"/>
              <a:t>Stadiums &amp; Venues</a:t>
            </a:r>
          </a:p>
          <a:p>
            <a:br>
              <a:rPr lang="en-US" dirty="0"/>
            </a:br>
            <a:endParaRPr lang="en-US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0A585-4C27-304C-29E1-0F7F18F5C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070" y="1078856"/>
            <a:ext cx="5581860" cy="379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33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314839" y="1013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-US" dirty="0"/>
              <a:t>Historical Benchmarking</a:t>
            </a:r>
            <a:endParaRPr lang="en-US" dirty="0">
              <a:effectLst/>
            </a:endParaRPr>
          </a:p>
        </p:txBody>
      </p:sp>
      <p:sp>
        <p:nvSpPr>
          <p:cNvPr id="9" name="Subtitle 2"/>
          <p:cNvSpPr txBox="1">
            <a:spLocks noChangeArrowheads="1"/>
          </p:cNvSpPr>
          <p:nvPr/>
        </p:nvSpPr>
        <p:spPr bwMode="auto">
          <a:xfrm>
            <a:off x="219522" y="775720"/>
            <a:ext cx="8050620" cy="340093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vert="horz" wrap="square" lIns="91440" tIns="45720" rIns="91440" bIns="45720" anchor="ctr">
            <a:prstTxWarp prst="textNoShape">
              <a:avLst/>
            </a:prstTxWarp>
            <a:spAutoFit/>
          </a:bodyPr>
          <a:lstStyle>
            <a:lvl1pPr marL="457200" marR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r>
              <a:rPr lang="en-US" b="1" dirty="0"/>
              <a:t>•  </a:t>
            </a:r>
            <a:r>
              <a:rPr lang="en-US" dirty="0"/>
              <a:t>5 past seasons analyzed: 2018-19, 2020-21, 2021-22, 2022-23, 2023-24</a:t>
            </a:r>
            <a:endParaRPr lang="en-US" sz="1600" dirty="0">
              <a:effectLst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7431" y="1541739"/>
            <a:ext cx="7934801" cy="2475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3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314839" y="10134"/>
            <a:ext cx="8376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 panose="00000500000000000000" pitchFamily="2" charset="0"/>
              <a:buNone/>
              <a:defRPr sz="3500" b="1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lvl9pPr>
          </a:lstStyle>
          <a:p>
            <a:r>
              <a:rPr lang="en-US" dirty="0"/>
              <a:t>Broadcast &amp; Match Tier Alignment</a:t>
            </a:r>
            <a:endParaRPr lang="en-US" dirty="0">
              <a:effectLst/>
            </a:endParaRPr>
          </a:p>
        </p:txBody>
      </p:sp>
      <p:sp>
        <p:nvSpPr>
          <p:cNvPr id="9" name="Subtitle 2"/>
          <p:cNvSpPr txBox="1">
            <a:spLocks noChangeArrowheads="1"/>
          </p:cNvSpPr>
          <p:nvPr/>
        </p:nvSpPr>
        <p:spPr bwMode="auto">
          <a:xfrm>
            <a:off x="219522" y="775720"/>
            <a:ext cx="8050620" cy="340093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vert="horz" wrap="square" lIns="91440" tIns="45720" rIns="91440" bIns="45720" anchor="ctr">
            <a:prstTxWarp prst="textNoShape">
              <a:avLst/>
            </a:prstTxWarp>
            <a:spAutoFit/>
          </a:bodyPr>
          <a:lstStyle>
            <a:lvl1pPr marL="457200" marR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 panose="020B0604020202020204" pitchFamily="2" charset="0"/>
              <a:buNone/>
              <a:defRPr sz="1400" b="0" i="0" u="none" strike="noStrike" cap="none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defRPr>
            </a:lvl9pPr>
          </a:lstStyle>
          <a:p>
            <a:r>
              <a:rPr lang="en-US" b="1" dirty="0"/>
              <a:t>•  </a:t>
            </a:r>
            <a:r>
              <a:rPr lang="en-US" dirty="0"/>
              <a:t>5 past seasons analyzed: 2018-19, 2020-21, 2021-22, 2022-23, 2023-24</a:t>
            </a:r>
            <a:endParaRPr lang="en-US" sz="160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CE7D6E-C88C-BE2A-3522-CD13F9560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67" y="1372373"/>
            <a:ext cx="7625531" cy="28861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>
            <a:spLocks noGrp="1" noEditPoints="1"/>
          </p:cNvSpPr>
          <p:nvPr>
            <p:ph type="title"/>
          </p:nvPr>
        </p:nvSpPr>
        <p:spPr>
          <a:xfrm>
            <a:off x="2217538" y="1579021"/>
            <a:ext cx="6597776" cy="965729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r>
              <a:rPr lang="en-US" sz="4000" dirty="0">
                <a:latin typeface="Montserrat ExtraBold" panose="00000900000000000000" pitchFamily="2" charset="0"/>
              </a:rPr>
              <a:t>USER INTERFACE</a:t>
            </a:r>
          </a:p>
        </p:txBody>
      </p:sp>
      <p:sp>
        <p:nvSpPr>
          <p:cNvPr id="331" name="Google Shape;331;p34"/>
          <p:cNvSpPr>
            <a:spLocks noGrp="1" noEditPoints="1"/>
          </p:cNvSpPr>
          <p:nvPr>
            <p:ph type="title" idx="2"/>
          </p:nvPr>
        </p:nvSpPr>
        <p:spPr>
          <a:xfrm>
            <a:off x="713212" y="1492050"/>
            <a:ext cx="1241967" cy="1106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330" name="Google Shape;330;p34"/>
          <p:cNvSpPr>
            <a:spLocks noGrp="1" noEditPoints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sz="1400" b="1" dirty="0" err="1">
                <a:latin typeface="DM Sans" panose="020B0604020202020204" pitchFamily="2" charset="0"/>
              </a:rPr>
              <a:t>Streamlit</a:t>
            </a:r>
            <a:r>
              <a:rPr lang="en-US" sz="1400" b="1" dirty="0">
                <a:latin typeface="DM Sans" panose="020B0604020202020204" pitchFamily="2" charset="0"/>
              </a:rPr>
              <a:t> Operational UI Demo</a:t>
            </a:r>
          </a:p>
        </p:txBody>
      </p:sp>
      <p:grpSp>
        <p:nvGrpSpPr>
          <p:cNvPr id="332" name="Google Shape;332;p34"/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cxnSp>
        <p:nvCxnSpPr>
          <p:cNvPr id="336" name="Google Shape;336;p34"/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Screenshots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1743" y="1107688"/>
            <a:ext cx="7350062" cy="3791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 idx="4294967295"/>
          </p:nvPr>
        </p:nvSpPr>
        <p:spPr>
          <a:xfrm>
            <a:off x="0" y="87626"/>
            <a:ext cx="7702550" cy="573087"/>
          </a:xfrm>
        </p:spPr>
        <p:txBody>
          <a:bodyPr/>
          <a:lstStyle/>
          <a:p>
            <a:r>
              <a:rPr lang="en-US" dirty="0"/>
              <a:t>Dashboard Screenshots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5951" y="748250"/>
            <a:ext cx="7961971" cy="3912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 idx="4294967295"/>
          </p:nvPr>
        </p:nvSpPr>
        <p:spPr>
          <a:xfrm>
            <a:off x="0" y="87626"/>
            <a:ext cx="7702550" cy="573087"/>
          </a:xfrm>
        </p:spPr>
        <p:txBody>
          <a:bodyPr/>
          <a:lstStyle/>
          <a:p>
            <a:r>
              <a:rPr lang="en-US" dirty="0"/>
              <a:t>Dashboard Screenshots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89792" y="951977"/>
            <a:ext cx="8764415" cy="4103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>
            <a:spLocks noGrp="1" noEditPoints="1"/>
          </p:cNvSpPr>
          <p:nvPr>
            <p:ph type="title"/>
          </p:nvPr>
        </p:nvSpPr>
        <p:spPr>
          <a:xfrm>
            <a:off x="2083724" y="1527636"/>
            <a:ext cx="6450676" cy="965729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r>
              <a:rPr lang="en-US" sz="4000" dirty="0">
                <a:latin typeface="Montserrat ExtraBold" panose="00000900000000000000" pitchFamily="2" charset="0"/>
              </a:rPr>
              <a:t>CONCLUSION &amp; FUTURE WORK</a:t>
            </a:r>
          </a:p>
        </p:txBody>
      </p:sp>
      <p:sp>
        <p:nvSpPr>
          <p:cNvPr id="331" name="Google Shape;331;p34"/>
          <p:cNvSpPr>
            <a:spLocks noGrp="1" noEditPoints="1"/>
          </p:cNvSpPr>
          <p:nvPr>
            <p:ph type="title" idx="2"/>
          </p:nvPr>
        </p:nvSpPr>
        <p:spPr>
          <a:xfrm>
            <a:off x="713212" y="1492050"/>
            <a:ext cx="1241967" cy="1106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330" name="Google Shape;330;p34"/>
          <p:cNvSpPr>
            <a:spLocks noGrp="1" noEditPoints="1"/>
          </p:cNvSpPr>
          <p:nvPr>
            <p:ph type="subTitle" idx="1"/>
          </p:nvPr>
        </p:nvSpPr>
        <p:spPr>
          <a:xfrm>
            <a:off x="2124750" y="2800190"/>
            <a:ext cx="5806964" cy="510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sz="1400" b="1" dirty="0">
                <a:latin typeface="DM Sans" panose="020B0604020202020204" pitchFamily="2" charset="0"/>
              </a:rPr>
              <a:t>Key Achievements &amp; Future Directions</a:t>
            </a:r>
          </a:p>
        </p:txBody>
      </p:sp>
      <p:grpSp>
        <p:nvGrpSpPr>
          <p:cNvPr id="332" name="Google Shape;332;p34"/>
          <p:cNvGrpSpPr/>
          <p:nvPr/>
        </p:nvGrpSpPr>
        <p:grpSpPr>
          <a:xfrm>
            <a:off x="7931714" y="398014"/>
            <a:ext cx="281947" cy="1094035"/>
            <a:chOff x="7256520" y="835200"/>
            <a:chExt cx="562320" cy="2181960"/>
          </a:xfrm>
        </p:grpSpPr>
        <p:sp>
          <p:nvSpPr>
            <p:cNvPr id="333" name="Google Shape;333;p34"/>
            <p:cNvSpPr/>
            <p:nvPr/>
          </p:nvSpPr>
          <p:spPr>
            <a:xfrm>
              <a:off x="7256520" y="2444400"/>
              <a:ext cx="562320" cy="572760"/>
            </a:xfrm>
            <a:custGeom>
              <a:avLst/>
              <a:gdLst/>
              <a:ahLst/>
              <a:cxnLst/>
              <a:rect l="l" t="t" r="r" b="b"/>
              <a:pathLst>
                <a:path w="1562" h="1591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1"/>
                  </a:lnTo>
                  <a:lnTo>
                    <a:pt x="781" y="1096"/>
                  </a:lnTo>
                  <a:lnTo>
                    <a:pt x="1267" y="1591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7256520" y="16398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7256520" y="835200"/>
              <a:ext cx="562320" cy="573120"/>
            </a:xfrm>
            <a:custGeom>
              <a:avLst/>
              <a:gdLst/>
              <a:ahLst/>
              <a:cxnLst/>
              <a:rect l="l" t="t" r="r" b="b"/>
              <a:pathLst>
                <a:path w="1562" h="1592">
                  <a:moveTo>
                    <a:pt x="295" y="0"/>
                  </a:moveTo>
                  <a:lnTo>
                    <a:pt x="0" y="301"/>
                  </a:lnTo>
                  <a:lnTo>
                    <a:pt x="486" y="796"/>
                  </a:lnTo>
                  <a:lnTo>
                    <a:pt x="0" y="1291"/>
                  </a:lnTo>
                  <a:lnTo>
                    <a:pt x="295" y="1592"/>
                  </a:lnTo>
                  <a:lnTo>
                    <a:pt x="781" y="1097"/>
                  </a:lnTo>
                  <a:lnTo>
                    <a:pt x="1267" y="1592"/>
                  </a:lnTo>
                  <a:lnTo>
                    <a:pt x="1562" y="1291"/>
                  </a:lnTo>
                  <a:lnTo>
                    <a:pt x="1076" y="796"/>
                  </a:lnTo>
                  <a:lnTo>
                    <a:pt x="1562" y="301"/>
                  </a:lnTo>
                  <a:lnTo>
                    <a:pt x="1267" y="0"/>
                  </a:lnTo>
                  <a:lnTo>
                    <a:pt x="781" y="495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cxnSp>
        <p:nvCxnSpPr>
          <p:cNvPr id="336" name="Google Shape;336;p34"/>
          <p:cNvCxnSpPr/>
          <p:nvPr/>
        </p:nvCxnSpPr>
        <p:spPr>
          <a:xfrm rot="10800000">
            <a:off x="2124700" y="2598750"/>
            <a:ext cx="655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 noEditPoints="1" noChangeArrowheads="1"/>
          </p:cNvSpPr>
          <p:nvPr>
            <p:ph type="subTitle" idx="1"/>
          </p:nvPr>
        </p:nvSpPr>
        <p:spPr bwMode="auto">
          <a:xfrm>
            <a:off x="942503" y="1085591"/>
            <a:ext cx="9291756" cy="377539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200000"/>
              </a:lnSpc>
              <a:spcBef>
                <a:spcPts val="350"/>
              </a:spcBef>
              <a:spcAft>
                <a:spcPct val="0"/>
              </a:spcAft>
              <a:buSzPct val="100000"/>
            </a:pPr>
            <a:r>
              <a:rPr lang="en-US" altLang="en-US" sz="1600" b="1" dirty="0">
                <a:solidFill>
                  <a:schemeClr val="tx1"/>
                </a:solidFill>
                <a:latin typeface="DM Sans" panose="020B0604020202020204" pitchFamily="2" charset="0"/>
              </a:rPr>
              <a:t>First-ever automated optimization of the Egyptian Premier League schedule.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ts val="350"/>
              </a:spcBef>
              <a:spcAft>
                <a:spcPct val="0"/>
              </a:spcAft>
              <a:buSzPct val="100000"/>
            </a:pPr>
            <a:r>
              <a:rPr lang="en-US" altLang="en-US" sz="1600" b="1" dirty="0">
                <a:solidFill>
                  <a:schemeClr val="tx1"/>
                </a:solidFill>
                <a:latin typeface="DM Sans" panose="020B0604020202020204" pitchFamily="2" charset="0"/>
              </a:rPr>
              <a:t>306 matches assigned with ZERO constraint violations.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ts val="350"/>
              </a:spcBef>
              <a:spcAft>
                <a:spcPct val="0"/>
              </a:spcAft>
              <a:buSzPct val="100000"/>
            </a:pPr>
            <a:r>
              <a:rPr lang="en-US" altLang="en-US" sz="1600" b="1" dirty="0">
                <a:solidFill>
                  <a:schemeClr val="tx1"/>
                </a:solidFill>
                <a:latin typeface="DM Sans" panose="020B0604020202020204" pitchFamily="2" charset="0"/>
              </a:rPr>
              <a:t>CP-SAT solver finds feasible solution in ~600 seconds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ts val="350"/>
              </a:spcBef>
              <a:spcAft>
                <a:spcPct val="0"/>
              </a:spcAft>
              <a:buSzPct val="100000"/>
            </a:pPr>
            <a:r>
              <a:rPr lang="en-US" altLang="en-US" sz="1600" b="1" dirty="0">
                <a:solidFill>
                  <a:schemeClr val="tx1"/>
                </a:solidFill>
                <a:latin typeface="DM Sans" panose="020B0604020202020204" pitchFamily="2" charset="0"/>
              </a:rPr>
              <a:t>All 11 validation checks PASS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ts val="350"/>
              </a:spcBef>
              <a:spcAft>
                <a:spcPct val="0"/>
              </a:spcAft>
              <a:buSzPct val="100000"/>
            </a:pPr>
            <a:r>
              <a:rPr lang="en-US" altLang="en-US" sz="1600" b="1" dirty="0">
                <a:solidFill>
                  <a:schemeClr val="tx1"/>
                </a:solidFill>
                <a:latin typeface="DM Sans" panose="020B0604020202020204" pitchFamily="2" charset="0"/>
              </a:rPr>
              <a:t>Interactive </a:t>
            </a:r>
            <a:r>
              <a:rPr lang="en-US" altLang="en-US" sz="1600" b="1" dirty="0" err="1">
                <a:solidFill>
                  <a:schemeClr val="tx1"/>
                </a:solidFill>
                <a:latin typeface="DM Sans" panose="020B0604020202020204" pitchFamily="2" charset="0"/>
              </a:rPr>
              <a:t>Streamlit</a:t>
            </a:r>
            <a:r>
              <a:rPr lang="en-US" altLang="en-US" sz="1600" b="1" dirty="0">
                <a:solidFill>
                  <a:schemeClr val="tx1"/>
                </a:solidFill>
                <a:latin typeface="DM Sans" panose="020B0604020202020204" pitchFamily="2" charset="0"/>
              </a:rPr>
              <a:t> dashboard for full operational control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ts val="350"/>
              </a:spcBef>
              <a:spcAft>
                <a:spcPct val="0"/>
              </a:spcAft>
              <a:buSzPct val="100000"/>
            </a:pPr>
            <a:r>
              <a:rPr lang="en-US" altLang="en-US" sz="1600" b="1" dirty="0">
                <a:solidFill>
                  <a:schemeClr val="tx1"/>
                </a:solidFill>
                <a:latin typeface="DM Sans" panose="020B0604020202020204" pitchFamily="2" charset="0"/>
              </a:rPr>
              <a:t>Historical benchmarking shows improvement over past manual scheduling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ts val="35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</a:pPr>
            <a:endParaRPr lang="en-US" altLang="en-US" sz="1600" b="1" dirty="0">
              <a:solidFill>
                <a:schemeClr val="tx1"/>
              </a:solidFill>
              <a:latin typeface="DM Sans" panose="020B0604020202020204" pitchFamily="2" charset="0"/>
            </a:endParaRPr>
          </a:p>
        </p:txBody>
      </p:sp>
      <p:sp>
        <p:nvSpPr>
          <p:cNvPr id="314" name="Google Shape;314;p32"/>
          <p:cNvSpPr>
            <a:spLocks noGrp="1" noEditPoints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dirty="0"/>
              <a:t>Key Achievements</a:t>
            </a:r>
          </a:p>
        </p:txBody>
      </p:sp>
      <p:grpSp>
        <p:nvGrpSpPr>
          <p:cNvPr id="18" name="Google Shape;10403;p73"/>
          <p:cNvGrpSpPr/>
          <p:nvPr/>
        </p:nvGrpSpPr>
        <p:grpSpPr>
          <a:xfrm>
            <a:off x="603515" y="1871429"/>
            <a:ext cx="311160" cy="358490"/>
            <a:chOff x="-3852025" y="2764950"/>
            <a:chExt cx="291450" cy="293000"/>
          </a:xfrm>
        </p:grpSpPr>
        <p:sp>
          <p:nvSpPr>
            <p:cNvPr id="19" name="Google Shape;10404;p73"/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405;p73"/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8781;p68"/>
          <p:cNvGrpSpPr/>
          <p:nvPr/>
        </p:nvGrpSpPr>
        <p:grpSpPr>
          <a:xfrm>
            <a:off x="587910" y="2920729"/>
            <a:ext cx="324608" cy="374826"/>
            <a:chOff x="-39783425" y="2337925"/>
            <a:chExt cx="275700" cy="318350"/>
          </a:xfrm>
        </p:grpSpPr>
        <p:sp>
          <p:nvSpPr>
            <p:cNvPr id="22" name="Google Shape;8782;p68"/>
            <p:cNvSpPr/>
            <p:nvPr/>
          </p:nvSpPr>
          <p:spPr>
            <a:xfrm>
              <a:off x="-39739325" y="2468600"/>
              <a:ext cx="194575" cy="148500"/>
            </a:xfrm>
            <a:custGeom>
              <a:avLst/>
              <a:gdLst/>
              <a:ahLst/>
              <a:cxnLst/>
              <a:rect l="l" t="t" r="r" b="b"/>
              <a:pathLst>
                <a:path w="7783" h="5940">
                  <a:moveTo>
                    <a:pt x="6349" y="772"/>
                  </a:moveTo>
                  <a:cubicBezTo>
                    <a:pt x="6459" y="772"/>
                    <a:pt x="6570" y="812"/>
                    <a:pt x="6648" y="891"/>
                  </a:cubicBezTo>
                  <a:cubicBezTo>
                    <a:pt x="6711" y="954"/>
                    <a:pt x="6743" y="1017"/>
                    <a:pt x="6806" y="1080"/>
                  </a:cubicBezTo>
                  <a:cubicBezTo>
                    <a:pt x="6837" y="1300"/>
                    <a:pt x="6837" y="1458"/>
                    <a:pt x="6711" y="1552"/>
                  </a:cubicBezTo>
                  <a:lnTo>
                    <a:pt x="3340" y="4955"/>
                  </a:lnTo>
                  <a:cubicBezTo>
                    <a:pt x="3261" y="5033"/>
                    <a:pt x="3151" y="5073"/>
                    <a:pt x="3041" y="5073"/>
                  </a:cubicBezTo>
                  <a:cubicBezTo>
                    <a:pt x="2931" y="5073"/>
                    <a:pt x="2820" y="5033"/>
                    <a:pt x="2742" y="4955"/>
                  </a:cubicBezTo>
                  <a:lnTo>
                    <a:pt x="1040" y="3253"/>
                  </a:lnTo>
                  <a:cubicBezTo>
                    <a:pt x="883" y="3096"/>
                    <a:pt x="883" y="2812"/>
                    <a:pt x="1040" y="2655"/>
                  </a:cubicBezTo>
                  <a:lnTo>
                    <a:pt x="1135" y="2592"/>
                  </a:lnTo>
                  <a:cubicBezTo>
                    <a:pt x="1214" y="2513"/>
                    <a:pt x="1316" y="2474"/>
                    <a:pt x="1418" y="2474"/>
                  </a:cubicBezTo>
                  <a:cubicBezTo>
                    <a:pt x="1521" y="2474"/>
                    <a:pt x="1623" y="2513"/>
                    <a:pt x="1702" y="2592"/>
                  </a:cubicBezTo>
                  <a:lnTo>
                    <a:pt x="2742" y="3600"/>
                  </a:lnTo>
                  <a:cubicBezTo>
                    <a:pt x="2820" y="3679"/>
                    <a:pt x="2931" y="3718"/>
                    <a:pt x="3041" y="3718"/>
                  </a:cubicBezTo>
                  <a:cubicBezTo>
                    <a:pt x="3151" y="3718"/>
                    <a:pt x="3261" y="3679"/>
                    <a:pt x="3340" y="3600"/>
                  </a:cubicBezTo>
                  <a:lnTo>
                    <a:pt x="6050" y="891"/>
                  </a:lnTo>
                  <a:cubicBezTo>
                    <a:pt x="6128" y="812"/>
                    <a:pt x="6239" y="772"/>
                    <a:pt x="6349" y="772"/>
                  </a:cubicBezTo>
                  <a:close/>
                  <a:moveTo>
                    <a:pt x="6369" y="1"/>
                  </a:moveTo>
                  <a:cubicBezTo>
                    <a:pt x="6050" y="1"/>
                    <a:pt x="5719" y="119"/>
                    <a:pt x="5451" y="355"/>
                  </a:cubicBezTo>
                  <a:lnTo>
                    <a:pt x="3025" y="2781"/>
                  </a:lnTo>
                  <a:lnTo>
                    <a:pt x="2269" y="2025"/>
                  </a:lnTo>
                  <a:cubicBezTo>
                    <a:pt x="2040" y="1796"/>
                    <a:pt x="1742" y="1663"/>
                    <a:pt x="1421" y="1663"/>
                  </a:cubicBezTo>
                  <a:cubicBezTo>
                    <a:pt x="1256" y="1663"/>
                    <a:pt x="1085" y="1698"/>
                    <a:pt x="914" y="1773"/>
                  </a:cubicBezTo>
                  <a:cubicBezTo>
                    <a:pt x="694" y="1867"/>
                    <a:pt x="536" y="1993"/>
                    <a:pt x="473" y="2119"/>
                  </a:cubicBezTo>
                  <a:cubicBezTo>
                    <a:pt x="1" y="2592"/>
                    <a:pt x="1" y="3379"/>
                    <a:pt x="473" y="3883"/>
                  </a:cubicBezTo>
                  <a:lnTo>
                    <a:pt x="2143" y="5585"/>
                  </a:lnTo>
                  <a:cubicBezTo>
                    <a:pt x="2379" y="5821"/>
                    <a:pt x="2694" y="5939"/>
                    <a:pt x="3017" y="5939"/>
                  </a:cubicBezTo>
                  <a:cubicBezTo>
                    <a:pt x="3340" y="5939"/>
                    <a:pt x="3671" y="5821"/>
                    <a:pt x="3939" y="5585"/>
                  </a:cubicBezTo>
                  <a:lnTo>
                    <a:pt x="7310" y="2182"/>
                  </a:lnTo>
                  <a:cubicBezTo>
                    <a:pt x="7656" y="1836"/>
                    <a:pt x="7782" y="1300"/>
                    <a:pt x="7593" y="859"/>
                  </a:cubicBezTo>
                  <a:cubicBezTo>
                    <a:pt x="7467" y="575"/>
                    <a:pt x="7310" y="418"/>
                    <a:pt x="7215" y="355"/>
                  </a:cubicBezTo>
                  <a:cubicBezTo>
                    <a:pt x="6995" y="119"/>
                    <a:pt x="6688" y="1"/>
                    <a:pt x="636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783;p68"/>
            <p:cNvSpPr/>
            <p:nvPr/>
          </p:nvSpPr>
          <p:spPr>
            <a:xfrm>
              <a:off x="-39783425" y="2337925"/>
              <a:ext cx="275700" cy="318350"/>
            </a:xfrm>
            <a:custGeom>
              <a:avLst/>
              <a:gdLst/>
              <a:ahLst/>
              <a:cxnLst/>
              <a:rect l="l" t="t" r="r" b="b"/>
              <a:pathLst>
                <a:path w="11028" h="12734">
                  <a:moveTo>
                    <a:pt x="5608" y="793"/>
                  </a:moveTo>
                  <a:cubicBezTo>
                    <a:pt x="5829" y="793"/>
                    <a:pt x="5986" y="1014"/>
                    <a:pt x="6049" y="1234"/>
                  </a:cubicBezTo>
                  <a:cubicBezTo>
                    <a:pt x="6049" y="1486"/>
                    <a:pt x="6238" y="1644"/>
                    <a:pt x="6459" y="1644"/>
                  </a:cubicBezTo>
                  <a:lnTo>
                    <a:pt x="8129" y="1644"/>
                  </a:lnTo>
                  <a:cubicBezTo>
                    <a:pt x="8349" y="1644"/>
                    <a:pt x="8507" y="1833"/>
                    <a:pt x="8570" y="2053"/>
                  </a:cubicBezTo>
                  <a:lnTo>
                    <a:pt x="8570" y="2494"/>
                  </a:lnTo>
                  <a:lnTo>
                    <a:pt x="2773" y="2494"/>
                  </a:lnTo>
                  <a:lnTo>
                    <a:pt x="2773" y="2116"/>
                  </a:lnTo>
                  <a:lnTo>
                    <a:pt x="2741" y="2116"/>
                  </a:lnTo>
                  <a:cubicBezTo>
                    <a:pt x="2741" y="1864"/>
                    <a:pt x="2930" y="1707"/>
                    <a:pt x="3119" y="1675"/>
                  </a:cubicBezTo>
                  <a:lnTo>
                    <a:pt x="4789" y="1675"/>
                  </a:lnTo>
                  <a:cubicBezTo>
                    <a:pt x="5010" y="1675"/>
                    <a:pt x="5167" y="1486"/>
                    <a:pt x="5167" y="1234"/>
                  </a:cubicBezTo>
                  <a:cubicBezTo>
                    <a:pt x="5167" y="1014"/>
                    <a:pt x="5356" y="856"/>
                    <a:pt x="5608" y="793"/>
                  </a:cubicBezTo>
                  <a:close/>
                  <a:moveTo>
                    <a:pt x="10177" y="2494"/>
                  </a:moveTo>
                  <a:lnTo>
                    <a:pt x="10177" y="11883"/>
                  </a:lnTo>
                  <a:lnTo>
                    <a:pt x="788" y="11883"/>
                  </a:lnTo>
                  <a:lnTo>
                    <a:pt x="788" y="2494"/>
                  </a:lnTo>
                  <a:lnTo>
                    <a:pt x="1891" y="2494"/>
                  </a:lnTo>
                  <a:lnTo>
                    <a:pt x="1891" y="2904"/>
                  </a:lnTo>
                  <a:cubicBezTo>
                    <a:pt x="1891" y="3125"/>
                    <a:pt x="2111" y="3314"/>
                    <a:pt x="2332" y="3314"/>
                  </a:cubicBezTo>
                  <a:lnTo>
                    <a:pt x="8948" y="3314"/>
                  </a:lnTo>
                  <a:cubicBezTo>
                    <a:pt x="9200" y="3314"/>
                    <a:pt x="9357" y="3125"/>
                    <a:pt x="9357" y="2904"/>
                  </a:cubicBezTo>
                  <a:lnTo>
                    <a:pt x="9357" y="2494"/>
                  </a:lnTo>
                  <a:lnTo>
                    <a:pt x="10177" y="2494"/>
                  </a:lnTo>
                  <a:close/>
                  <a:moveTo>
                    <a:pt x="5615" y="1"/>
                  </a:moveTo>
                  <a:cubicBezTo>
                    <a:pt x="5456" y="1"/>
                    <a:pt x="5293" y="33"/>
                    <a:pt x="5136" y="100"/>
                  </a:cubicBezTo>
                  <a:cubicBezTo>
                    <a:pt x="4821" y="226"/>
                    <a:pt x="4537" y="478"/>
                    <a:pt x="4474" y="856"/>
                  </a:cubicBezTo>
                  <a:lnTo>
                    <a:pt x="3151" y="856"/>
                  </a:lnTo>
                  <a:cubicBezTo>
                    <a:pt x="2647" y="856"/>
                    <a:pt x="2174" y="1203"/>
                    <a:pt x="1985" y="1675"/>
                  </a:cubicBezTo>
                  <a:lnTo>
                    <a:pt x="410" y="1675"/>
                  </a:lnTo>
                  <a:cubicBezTo>
                    <a:pt x="158" y="1675"/>
                    <a:pt x="0" y="1864"/>
                    <a:pt x="0" y="2116"/>
                  </a:cubicBezTo>
                  <a:lnTo>
                    <a:pt x="0" y="12292"/>
                  </a:lnTo>
                  <a:cubicBezTo>
                    <a:pt x="0" y="12544"/>
                    <a:pt x="221" y="12734"/>
                    <a:pt x="410" y="12734"/>
                  </a:cubicBezTo>
                  <a:lnTo>
                    <a:pt x="10618" y="12734"/>
                  </a:lnTo>
                  <a:cubicBezTo>
                    <a:pt x="10838" y="12734"/>
                    <a:pt x="11027" y="12544"/>
                    <a:pt x="11027" y="12292"/>
                  </a:cubicBezTo>
                  <a:lnTo>
                    <a:pt x="11027" y="2116"/>
                  </a:lnTo>
                  <a:cubicBezTo>
                    <a:pt x="10996" y="1864"/>
                    <a:pt x="10807" y="1675"/>
                    <a:pt x="10555" y="1675"/>
                  </a:cubicBezTo>
                  <a:lnTo>
                    <a:pt x="9263" y="1675"/>
                  </a:lnTo>
                  <a:cubicBezTo>
                    <a:pt x="9105" y="1203"/>
                    <a:pt x="8633" y="856"/>
                    <a:pt x="8097" y="856"/>
                  </a:cubicBezTo>
                  <a:lnTo>
                    <a:pt x="6774" y="856"/>
                  </a:lnTo>
                  <a:cubicBezTo>
                    <a:pt x="6606" y="328"/>
                    <a:pt x="6127" y="1"/>
                    <a:pt x="5615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8694;p68"/>
          <p:cNvGrpSpPr/>
          <p:nvPr/>
        </p:nvGrpSpPr>
        <p:grpSpPr>
          <a:xfrm>
            <a:off x="556149" y="2419621"/>
            <a:ext cx="396931" cy="373147"/>
            <a:chOff x="-42804750" y="1949600"/>
            <a:chExt cx="337125" cy="316925"/>
          </a:xfrm>
        </p:grpSpPr>
        <p:sp>
          <p:nvSpPr>
            <p:cNvPr id="29" name="Google Shape;8695;p68"/>
            <p:cNvSpPr/>
            <p:nvPr/>
          </p:nvSpPr>
          <p:spPr>
            <a:xfrm>
              <a:off x="-42731500" y="2013125"/>
              <a:ext cx="189825" cy="189900"/>
            </a:xfrm>
            <a:custGeom>
              <a:avLst/>
              <a:gdLst/>
              <a:ahLst/>
              <a:cxnLst/>
              <a:rect l="l" t="t" r="r" b="b"/>
              <a:pathLst>
                <a:path w="7593" h="7596">
                  <a:moveTo>
                    <a:pt x="3781" y="805"/>
                  </a:moveTo>
                  <a:cubicBezTo>
                    <a:pt x="5419" y="805"/>
                    <a:pt x="6742" y="2128"/>
                    <a:pt x="6742" y="3767"/>
                  </a:cubicBezTo>
                  <a:cubicBezTo>
                    <a:pt x="6774" y="5405"/>
                    <a:pt x="5419" y="6760"/>
                    <a:pt x="3781" y="6760"/>
                  </a:cubicBezTo>
                  <a:cubicBezTo>
                    <a:pt x="2426" y="6760"/>
                    <a:pt x="1292" y="5878"/>
                    <a:pt x="946" y="4649"/>
                  </a:cubicBezTo>
                  <a:cubicBezTo>
                    <a:pt x="347" y="2727"/>
                    <a:pt x="1765" y="805"/>
                    <a:pt x="3781" y="805"/>
                  </a:cubicBezTo>
                  <a:close/>
                  <a:moveTo>
                    <a:pt x="3809" y="1"/>
                  </a:moveTo>
                  <a:cubicBezTo>
                    <a:pt x="3297" y="1"/>
                    <a:pt x="2785" y="105"/>
                    <a:pt x="2300" y="301"/>
                  </a:cubicBezTo>
                  <a:cubicBezTo>
                    <a:pt x="946" y="868"/>
                    <a:pt x="0" y="2223"/>
                    <a:pt x="0" y="3798"/>
                  </a:cubicBezTo>
                  <a:cubicBezTo>
                    <a:pt x="0" y="5058"/>
                    <a:pt x="630" y="6224"/>
                    <a:pt x="1670" y="6949"/>
                  </a:cubicBezTo>
                  <a:cubicBezTo>
                    <a:pt x="2333" y="7390"/>
                    <a:pt x="3060" y="7596"/>
                    <a:pt x="3776" y="7596"/>
                  </a:cubicBezTo>
                  <a:cubicBezTo>
                    <a:pt x="4286" y="7596"/>
                    <a:pt x="4790" y="7492"/>
                    <a:pt x="5262" y="7295"/>
                  </a:cubicBezTo>
                  <a:cubicBezTo>
                    <a:pt x="6648" y="6697"/>
                    <a:pt x="7593" y="5373"/>
                    <a:pt x="7593" y="3798"/>
                  </a:cubicBezTo>
                  <a:cubicBezTo>
                    <a:pt x="7593" y="2506"/>
                    <a:pt x="6931" y="1341"/>
                    <a:pt x="5892" y="648"/>
                  </a:cubicBezTo>
                  <a:cubicBezTo>
                    <a:pt x="5248" y="206"/>
                    <a:pt x="4528" y="1"/>
                    <a:pt x="380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696;p68"/>
            <p:cNvSpPr/>
            <p:nvPr/>
          </p:nvSpPr>
          <p:spPr>
            <a:xfrm>
              <a:off x="-42804750" y="1949600"/>
              <a:ext cx="337125" cy="316925"/>
            </a:xfrm>
            <a:custGeom>
              <a:avLst/>
              <a:gdLst/>
              <a:ahLst/>
              <a:cxnLst/>
              <a:rect l="l" t="t" r="r" b="b"/>
              <a:pathLst>
                <a:path w="13485" h="12677">
                  <a:moveTo>
                    <a:pt x="3306" y="817"/>
                  </a:moveTo>
                  <a:cubicBezTo>
                    <a:pt x="3769" y="817"/>
                    <a:pt x="4233" y="967"/>
                    <a:pt x="4600" y="1267"/>
                  </a:cubicBezTo>
                  <a:cubicBezTo>
                    <a:pt x="3277" y="1802"/>
                    <a:pt x="2174" y="2905"/>
                    <a:pt x="1607" y="4260"/>
                  </a:cubicBezTo>
                  <a:cubicBezTo>
                    <a:pt x="914" y="3283"/>
                    <a:pt x="1072" y="1897"/>
                    <a:pt x="2143" y="1172"/>
                  </a:cubicBezTo>
                  <a:cubicBezTo>
                    <a:pt x="2484" y="935"/>
                    <a:pt x="2895" y="817"/>
                    <a:pt x="3306" y="817"/>
                  </a:cubicBezTo>
                  <a:close/>
                  <a:moveTo>
                    <a:pt x="10101" y="823"/>
                  </a:moveTo>
                  <a:cubicBezTo>
                    <a:pt x="10771" y="823"/>
                    <a:pt x="11436" y="1137"/>
                    <a:pt x="11846" y="1771"/>
                  </a:cubicBezTo>
                  <a:cubicBezTo>
                    <a:pt x="12382" y="2527"/>
                    <a:pt x="12319" y="3535"/>
                    <a:pt x="11783" y="4260"/>
                  </a:cubicBezTo>
                  <a:cubicBezTo>
                    <a:pt x="11248" y="2905"/>
                    <a:pt x="10177" y="1802"/>
                    <a:pt x="8790" y="1267"/>
                  </a:cubicBezTo>
                  <a:cubicBezTo>
                    <a:pt x="9176" y="971"/>
                    <a:pt x="9640" y="823"/>
                    <a:pt x="10101" y="823"/>
                  </a:cubicBezTo>
                  <a:close/>
                  <a:moveTo>
                    <a:pt x="6662" y="1686"/>
                  </a:moveTo>
                  <a:cubicBezTo>
                    <a:pt x="7287" y="1686"/>
                    <a:pt x="7908" y="1809"/>
                    <a:pt x="8475" y="2055"/>
                  </a:cubicBezTo>
                  <a:cubicBezTo>
                    <a:pt x="10177" y="2748"/>
                    <a:pt x="11311" y="4417"/>
                    <a:pt x="11311" y="6339"/>
                  </a:cubicBezTo>
                  <a:cubicBezTo>
                    <a:pt x="11374" y="8891"/>
                    <a:pt x="9263" y="10970"/>
                    <a:pt x="6711" y="10970"/>
                  </a:cubicBezTo>
                  <a:cubicBezTo>
                    <a:pt x="4159" y="10970"/>
                    <a:pt x="2048" y="8891"/>
                    <a:pt x="2017" y="6339"/>
                  </a:cubicBezTo>
                  <a:cubicBezTo>
                    <a:pt x="2017" y="4764"/>
                    <a:pt x="2804" y="3346"/>
                    <a:pt x="4065" y="2464"/>
                  </a:cubicBezTo>
                  <a:cubicBezTo>
                    <a:pt x="4846" y="1943"/>
                    <a:pt x="5759" y="1686"/>
                    <a:pt x="6662" y="1686"/>
                  </a:cubicBezTo>
                  <a:close/>
                  <a:moveTo>
                    <a:pt x="3282" y="1"/>
                  </a:moveTo>
                  <a:cubicBezTo>
                    <a:pt x="2347" y="1"/>
                    <a:pt x="1411" y="437"/>
                    <a:pt x="820" y="1298"/>
                  </a:cubicBezTo>
                  <a:cubicBezTo>
                    <a:pt x="0" y="2496"/>
                    <a:pt x="189" y="4165"/>
                    <a:pt x="1292" y="5142"/>
                  </a:cubicBezTo>
                  <a:cubicBezTo>
                    <a:pt x="820" y="7316"/>
                    <a:pt x="1702" y="9553"/>
                    <a:pt x="3497" y="10844"/>
                  </a:cubicBezTo>
                  <a:lnTo>
                    <a:pt x="2867" y="12073"/>
                  </a:lnTo>
                  <a:cubicBezTo>
                    <a:pt x="2773" y="12262"/>
                    <a:pt x="2867" y="12514"/>
                    <a:pt x="3088" y="12640"/>
                  </a:cubicBezTo>
                  <a:cubicBezTo>
                    <a:pt x="3137" y="12665"/>
                    <a:pt x="3189" y="12677"/>
                    <a:pt x="3240" y="12677"/>
                  </a:cubicBezTo>
                  <a:cubicBezTo>
                    <a:pt x="3386" y="12677"/>
                    <a:pt x="3530" y="12582"/>
                    <a:pt x="3623" y="12420"/>
                  </a:cubicBezTo>
                  <a:lnTo>
                    <a:pt x="4222" y="11254"/>
                  </a:lnTo>
                  <a:cubicBezTo>
                    <a:pt x="4994" y="11632"/>
                    <a:pt x="5821" y="11821"/>
                    <a:pt x="6648" y="11821"/>
                  </a:cubicBezTo>
                  <a:cubicBezTo>
                    <a:pt x="7475" y="11821"/>
                    <a:pt x="8302" y="11632"/>
                    <a:pt x="9074" y="11254"/>
                  </a:cubicBezTo>
                  <a:lnTo>
                    <a:pt x="9641" y="12420"/>
                  </a:lnTo>
                  <a:cubicBezTo>
                    <a:pt x="9736" y="12587"/>
                    <a:pt x="9904" y="12663"/>
                    <a:pt x="10062" y="12663"/>
                  </a:cubicBezTo>
                  <a:cubicBezTo>
                    <a:pt x="10113" y="12663"/>
                    <a:pt x="10162" y="12655"/>
                    <a:pt x="10208" y="12640"/>
                  </a:cubicBezTo>
                  <a:cubicBezTo>
                    <a:pt x="10397" y="12514"/>
                    <a:pt x="10492" y="12262"/>
                    <a:pt x="10397" y="12073"/>
                  </a:cubicBezTo>
                  <a:lnTo>
                    <a:pt x="9767" y="10844"/>
                  </a:lnTo>
                  <a:cubicBezTo>
                    <a:pt x="11594" y="9584"/>
                    <a:pt x="12476" y="7347"/>
                    <a:pt x="11972" y="5142"/>
                  </a:cubicBezTo>
                  <a:cubicBezTo>
                    <a:pt x="13485" y="3882"/>
                    <a:pt x="13359" y="1582"/>
                    <a:pt x="11752" y="511"/>
                  </a:cubicBezTo>
                  <a:cubicBezTo>
                    <a:pt x="11243" y="171"/>
                    <a:pt x="10658" y="5"/>
                    <a:pt x="10078" y="5"/>
                  </a:cubicBezTo>
                  <a:cubicBezTo>
                    <a:pt x="9258" y="5"/>
                    <a:pt x="8449" y="338"/>
                    <a:pt x="7877" y="983"/>
                  </a:cubicBezTo>
                  <a:cubicBezTo>
                    <a:pt x="7483" y="905"/>
                    <a:pt x="7081" y="865"/>
                    <a:pt x="6679" y="865"/>
                  </a:cubicBezTo>
                  <a:cubicBezTo>
                    <a:pt x="6278" y="865"/>
                    <a:pt x="5876" y="905"/>
                    <a:pt x="5482" y="983"/>
                  </a:cubicBezTo>
                  <a:cubicBezTo>
                    <a:pt x="4898" y="326"/>
                    <a:pt x="4090" y="1"/>
                    <a:pt x="328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697;p68"/>
            <p:cNvSpPr/>
            <p:nvPr/>
          </p:nvSpPr>
          <p:spPr>
            <a:xfrm>
              <a:off x="-42644075" y="2060025"/>
              <a:ext cx="59100" cy="65400"/>
            </a:xfrm>
            <a:custGeom>
              <a:avLst/>
              <a:gdLst/>
              <a:ahLst/>
              <a:cxnLst/>
              <a:rect l="l" t="t" r="r" b="b"/>
              <a:pathLst>
                <a:path w="2364" h="2616">
                  <a:moveTo>
                    <a:pt x="442" y="0"/>
                  </a:moveTo>
                  <a:cubicBezTo>
                    <a:pt x="189" y="0"/>
                    <a:pt x="0" y="189"/>
                    <a:pt x="0" y="410"/>
                  </a:cubicBezTo>
                  <a:lnTo>
                    <a:pt x="0" y="2237"/>
                  </a:lnTo>
                  <a:cubicBezTo>
                    <a:pt x="0" y="2458"/>
                    <a:pt x="189" y="2615"/>
                    <a:pt x="442" y="2615"/>
                  </a:cubicBezTo>
                  <a:lnTo>
                    <a:pt x="1922" y="2615"/>
                  </a:lnTo>
                  <a:cubicBezTo>
                    <a:pt x="2174" y="2615"/>
                    <a:pt x="2363" y="2426"/>
                    <a:pt x="2363" y="2237"/>
                  </a:cubicBezTo>
                  <a:cubicBezTo>
                    <a:pt x="2363" y="1954"/>
                    <a:pt x="2174" y="1796"/>
                    <a:pt x="1922" y="1796"/>
                  </a:cubicBezTo>
                  <a:lnTo>
                    <a:pt x="820" y="1796"/>
                  </a:lnTo>
                  <a:lnTo>
                    <a:pt x="820" y="410"/>
                  </a:lnTo>
                  <a:cubicBezTo>
                    <a:pt x="820" y="189"/>
                    <a:pt x="631" y="0"/>
                    <a:pt x="44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8766;p68"/>
          <p:cNvGrpSpPr/>
          <p:nvPr/>
        </p:nvGrpSpPr>
        <p:grpSpPr>
          <a:xfrm>
            <a:off x="563348" y="3522364"/>
            <a:ext cx="373736" cy="293055"/>
            <a:chOff x="-41694200" y="2382950"/>
            <a:chExt cx="317425" cy="248900"/>
          </a:xfrm>
        </p:grpSpPr>
        <p:sp>
          <p:nvSpPr>
            <p:cNvPr id="33" name="Google Shape;8767;p68"/>
            <p:cNvSpPr/>
            <p:nvPr/>
          </p:nvSpPr>
          <p:spPr>
            <a:xfrm>
              <a:off x="-41694200" y="2382950"/>
              <a:ext cx="317425" cy="248900"/>
            </a:xfrm>
            <a:custGeom>
              <a:avLst/>
              <a:gdLst/>
              <a:ahLst/>
              <a:cxnLst/>
              <a:rect l="l" t="t" r="r" b="b"/>
              <a:pathLst>
                <a:path w="12697" h="9956">
                  <a:moveTo>
                    <a:pt x="10555" y="851"/>
                  </a:moveTo>
                  <a:cubicBezTo>
                    <a:pt x="10807" y="851"/>
                    <a:pt x="10964" y="1040"/>
                    <a:pt x="10964" y="1292"/>
                  </a:cubicBezTo>
                  <a:lnTo>
                    <a:pt x="10964" y="7499"/>
                  </a:lnTo>
                  <a:lnTo>
                    <a:pt x="1576" y="7499"/>
                  </a:lnTo>
                  <a:lnTo>
                    <a:pt x="1576" y="1292"/>
                  </a:lnTo>
                  <a:lnTo>
                    <a:pt x="1607" y="1292"/>
                  </a:lnTo>
                  <a:cubicBezTo>
                    <a:pt x="1607" y="1040"/>
                    <a:pt x="1828" y="882"/>
                    <a:pt x="2017" y="851"/>
                  </a:cubicBezTo>
                  <a:lnTo>
                    <a:pt x="10555" y="851"/>
                  </a:lnTo>
                  <a:close/>
                  <a:moveTo>
                    <a:pt x="8507" y="8286"/>
                  </a:moveTo>
                  <a:lnTo>
                    <a:pt x="8507" y="8727"/>
                  </a:lnTo>
                  <a:cubicBezTo>
                    <a:pt x="8507" y="8918"/>
                    <a:pt x="8633" y="9073"/>
                    <a:pt x="8777" y="9137"/>
                  </a:cubicBezTo>
                  <a:lnTo>
                    <a:pt x="1198" y="9137"/>
                  </a:lnTo>
                  <a:cubicBezTo>
                    <a:pt x="1009" y="9137"/>
                    <a:pt x="851" y="9011"/>
                    <a:pt x="788" y="8853"/>
                  </a:cubicBezTo>
                  <a:cubicBezTo>
                    <a:pt x="757" y="8759"/>
                    <a:pt x="788" y="8759"/>
                    <a:pt x="788" y="8286"/>
                  </a:cubicBezTo>
                  <a:lnTo>
                    <a:pt x="8507" y="8286"/>
                  </a:lnTo>
                  <a:close/>
                  <a:moveTo>
                    <a:pt x="10145" y="8286"/>
                  </a:moveTo>
                  <a:lnTo>
                    <a:pt x="10145" y="8727"/>
                  </a:lnTo>
                  <a:cubicBezTo>
                    <a:pt x="10145" y="8918"/>
                    <a:pt x="10254" y="9073"/>
                    <a:pt x="10402" y="9137"/>
                  </a:cubicBezTo>
                  <a:lnTo>
                    <a:pt x="9051" y="9137"/>
                  </a:lnTo>
                  <a:cubicBezTo>
                    <a:pt x="9186" y="9073"/>
                    <a:pt x="9294" y="8918"/>
                    <a:pt x="9294" y="8727"/>
                  </a:cubicBezTo>
                  <a:lnTo>
                    <a:pt x="9294" y="8286"/>
                  </a:lnTo>
                  <a:lnTo>
                    <a:pt x="10145" y="8286"/>
                  </a:lnTo>
                  <a:close/>
                  <a:moveTo>
                    <a:pt x="11783" y="8286"/>
                  </a:moveTo>
                  <a:lnTo>
                    <a:pt x="11783" y="8727"/>
                  </a:lnTo>
                  <a:cubicBezTo>
                    <a:pt x="11815" y="8979"/>
                    <a:pt x="11626" y="9137"/>
                    <a:pt x="11374" y="9137"/>
                  </a:cubicBezTo>
                  <a:lnTo>
                    <a:pt x="10720" y="9137"/>
                  </a:lnTo>
                  <a:cubicBezTo>
                    <a:pt x="10874" y="9073"/>
                    <a:pt x="10964" y="8918"/>
                    <a:pt x="10964" y="8727"/>
                  </a:cubicBezTo>
                  <a:lnTo>
                    <a:pt x="10964" y="8286"/>
                  </a:lnTo>
                  <a:lnTo>
                    <a:pt x="11783" y="8286"/>
                  </a:lnTo>
                  <a:close/>
                  <a:moveTo>
                    <a:pt x="2048" y="0"/>
                  </a:moveTo>
                  <a:cubicBezTo>
                    <a:pt x="1387" y="0"/>
                    <a:pt x="788" y="536"/>
                    <a:pt x="820" y="1261"/>
                  </a:cubicBezTo>
                  <a:lnTo>
                    <a:pt x="820" y="7467"/>
                  </a:lnTo>
                  <a:lnTo>
                    <a:pt x="347" y="7467"/>
                  </a:lnTo>
                  <a:cubicBezTo>
                    <a:pt x="158" y="7467"/>
                    <a:pt x="0" y="7625"/>
                    <a:pt x="0" y="7814"/>
                  </a:cubicBezTo>
                  <a:lnTo>
                    <a:pt x="0" y="8696"/>
                  </a:lnTo>
                  <a:cubicBezTo>
                    <a:pt x="0" y="9357"/>
                    <a:pt x="568" y="9956"/>
                    <a:pt x="1229" y="9956"/>
                  </a:cubicBezTo>
                  <a:lnTo>
                    <a:pt x="11437" y="9956"/>
                  </a:lnTo>
                  <a:cubicBezTo>
                    <a:pt x="12098" y="9956"/>
                    <a:pt x="12697" y="9389"/>
                    <a:pt x="12697" y="8696"/>
                  </a:cubicBezTo>
                  <a:lnTo>
                    <a:pt x="12697" y="7877"/>
                  </a:lnTo>
                  <a:cubicBezTo>
                    <a:pt x="12634" y="7656"/>
                    <a:pt x="12445" y="7467"/>
                    <a:pt x="12224" y="7467"/>
                  </a:cubicBezTo>
                  <a:lnTo>
                    <a:pt x="11815" y="7467"/>
                  </a:lnTo>
                  <a:lnTo>
                    <a:pt x="11815" y="1261"/>
                  </a:lnTo>
                  <a:cubicBezTo>
                    <a:pt x="11815" y="567"/>
                    <a:pt x="11279" y="0"/>
                    <a:pt x="10586" y="0"/>
                  </a:cubicBezTo>
                  <a:lnTo>
                    <a:pt x="2048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768;p68"/>
            <p:cNvSpPr/>
            <p:nvPr/>
          </p:nvSpPr>
          <p:spPr>
            <a:xfrm>
              <a:off x="-41586600" y="2425550"/>
              <a:ext cx="107450" cy="102925"/>
            </a:xfrm>
            <a:custGeom>
              <a:avLst/>
              <a:gdLst/>
              <a:ahLst/>
              <a:cxnLst/>
              <a:rect l="l" t="t" r="r" b="b"/>
              <a:pathLst>
                <a:path w="4298" h="4117">
                  <a:moveTo>
                    <a:pt x="1147" y="1037"/>
                  </a:moveTo>
                  <a:lnTo>
                    <a:pt x="2218" y="1384"/>
                  </a:lnTo>
                  <a:lnTo>
                    <a:pt x="1493" y="2108"/>
                  </a:lnTo>
                  <a:lnTo>
                    <a:pt x="1147" y="1037"/>
                  </a:lnTo>
                  <a:close/>
                  <a:moveTo>
                    <a:pt x="466" y="1"/>
                  </a:moveTo>
                  <a:cubicBezTo>
                    <a:pt x="209" y="1"/>
                    <a:pt x="1" y="267"/>
                    <a:pt x="107" y="533"/>
                  </a:cubicBezTo>
                  <a:lnTo>
                    <a:pt x="926" y="3022"/>
                  </a:lnTo>
                  <a:cubicBezTo>
                    <a:pt x="987" y="3184"/>
                    <a:pt x="1164" y="3293"/>
                    <a:pt x="1341" y="3293"/>
                  </a:cubicBezTo>
                  <a:cubicBezTo>
                    <a:pt x="1441" y="3293"/>
                    <a:pt x="1540" y="3259"/>
                    <a:pt x="1619" y="3180"/>
                  </a:cubicBezTo>
                  <a:lnTo>
                    <a:pt x="2155" y="2613"/>
                  </a:lnTo>
                  <a:lnTo>
                    <a:pt x="3541" y="3999"/>
                  </a:lnTo>
                  <a:cubicBezTo>
                    <a:pt x="3620" y="4077"/>
                    <a:pt x="3730" y="4117"/>
                    <a:pt x="3840" y="4117"/>
                  </a:cubicBezTo>
                  <a:cubicBezTo>
                    <a:pt x="3951" y="4117"/>
                    <a:pt x="4061" y="4077"/>
                    <a:pt x="4140" y="3999"/>
                  </a:cubicBezTo>
                  <a:cubicBezTo>
                    <a:pt x="4297" y="3841"/>
                    <a:pt x="4297" y="3558"/>
                    <a:pt x="4140" y="3400"/>
                  </a:cubicBezTo>
                  <a:lnTo>
                    <a:pt x="2722" y="2077"/>
                  </a:lnTo>
                  <a:lnTo>
                    <a:pt x="3258" y="1510"/>
                  </a:lnTo>
                  <a:cubicBezTo>
                    <a:pt x="3510" y="1289"/>
                    <a:pt x="3384" y="911"/>
                    <a:pt x="3100" y="848"/>
                  </a:cubicBezTo>
                  <a:lnTo>
                    <a:pt x="611" y="29"/>
                  </a:lnTo>
                  <a:cubicBezTo>
                    <a:pt x="562" y="10"/>
                    <a:pt x="514" y="1"/>
                    <a:pt x="466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9092;p69"/>
          <p:cNvGrpSpPr/>
          <p:nvPr/>
        </p:nvGrpSpPr>
        <p:grpSpPr>
          <a:xfrm>
            <a:off x="583862" y="3974254"/>
            <a:ext cx="366269" cy="368096"/>
            <a:chOff x="-62150375" y="2664925"/>
            <a:chExt cx="316650" cy="318225"/>
          </a:xfrm>
        </p:grpSpPr>
        <p:sp>
          <p:nvSpPr>
            <p:cNvPr id="36" name="Google Shape;9093;p69"/>
            <p:cNvSpPr/>
            <p:nvPr/>
          </p:nvSpPr>
          <p:spPr>
            <a:xfrm>
              <a:off x="-62150375" y="2961850"/>
              <a:ext cx="316650" cy="21300"/>
            </a:xfrm>
            <a:custGeom>
              <a:avLst/>
              <a:gdLst/>
              <a:ahLst/>
              <a:cxnLst/>
              <a:rect l="l" t="t" r="r" b="b"/>
              <a:pathLst>
                <a:path w="12666" h="852">
                  <a:moveTo>
                    <a:pt x="379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51"/>
                    <a:pt x="379" y="851"/>
                  </a:cubicBezTo>
                  <a:lnTo>
                    <a:pt x="12225" y="851"/>
                  </a:lnTo>
                  <a:cubicBezTo>
                    <a:pt x="12477" y="851"/>
                    <a:pt x="12634" y="662"/>
                    <a:pt x="12634" y="410"/>
                  </a:cubicBezTo>
                  <a:cubicBezTo>
                    <a:pt x="12666" y="158"/>
                    <a:pt x="12477" y="0"/>
                    <a:pt x="12225" y="0"/>
                  </a:cubicBezTo>
                  <a:lnTo>
                    <a:pt x="379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094;p69"/>
            <p:cNvSpPr/>
            <p:nvPr/>
          </p:nvSpPr>
          <p:spPr>
            <a:xfrm>
              <a:off x="-62150375" y="2838200"/>
              <a:ext cx="82725" cy="102400"/>
            </a:xfrm>
            <a:custGeom>
              <a:avLst/>
              <a:gdLst/>
              <a:ahLst/>
              <a:cxnLst/>
              <a:rect l="l" t="t" r="r" b="b"/>
              <a:pathLst>
                <a:path w="3309" h="4096">
                  <a:moveTo>
                    <a:pt x="2363" y="756"/>
                  </a:moveTo>
                  <a:cubicBezTo>
                    <a:pt x="2427" y="756"/>
                    <a:pt x="2521" y="851"/>
                    <a:pt x="2521" y="914"/>
                  </a:cubicBezTo>
                  <a:lnTo>
                    <a:pt x="2521" y="3119"/>
                  </a:lnTo>
                  <a:cubicBezTo>
                    <a:pt x="2521" y="3214"/>
                    <a:pt x="2427" y="3245"/>
                    <a:pt x="2363" y="3245"/>
                  </a:cubicBezTo>
                  <a:lnTo>
                    <a:pt x="977" y="3245"/>
                  </a:lnTo>
                  <a:cubicBezTo>
                    <a:pt x="883" y="3245"/>
                    <a:pt x="820" y="3151"/>
                    <a:pt x="820" y="3119"/>
                  </a:cubicBezTo>
                  <a:lnTo>
                    <a:pt x="820" y="914"/>
                  </a:lnTo>
                  <a:cubicBezTo>
                    <a:pt x="820" y="851"/>
                    <a:pt x="883" y="756"/>
                    <a:pt x="977" y="756"/>
                  </a:cubicBezTo>
                  <a:lnTo>
                    <a:pt x="2363" y="756"/>
                  </a:lnTo>
                  <a:close/>
                  <a:moveTo>
                    <a:pt x="946" y="0"/>
                  </a:moveTo>
                  <a:cubicBezTo>
                    <a:pt x="379" y="0"/>
                    <a:pt x="1" y="441"/>
                    <a:pt x="1" y="945"/>
                  </a:cubicBezTo>
                  <a:lnTo>
                    <a:pt x="1" y="3151"/>
                  </a:lnTo>
                  <a:cubicBezTo>
                    <a:pt x="1" y="3686"/>
                    <a:pt x="410" y="4096"/>
                    <a:pt x="946" y="4096"/>
                  </a:cubicBezTo>
                  <a:lnTo>
                    <a:pt x="2300" y="4096"/>
                  </a:lnTo>
                  <a:cubicBezTo>
                    <a:pt x="2868" y="4096"/>
                    <a:pt x="3309" y="3686"/>
                    <a:pt x="3309" y="3151"/>
                  </a:cubicBezTo>
                  <a:lnTo>
                    <a:pt x="3309" y="945"/>
                  </a:lnTo>
                  <a:cubicBezTo>
                    <a:pt x="3309" y="410"/>
                    <a:pt x="2868" y="0"/>
                    <a:pt x="2300" y="0"/>
                  </a:cubicBezTo>
                  <a:lnTo>
                    <a:pt x="94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095;p69"/>
            <p:cNvSpPr/>
            <p:nvPr/>
          </p:nvSpPr>
          <p:spPr>
            <a:xfrm>
              <a:off x="-62033800" y="2664925"/>
              <a:ext cx="82725" cy="274900"/>
            </a:xfrm>
            <a:custGeom>
              <a:avLst/>
              <a:gdLst/>
              <a:ahLst/>
              <a:cxnLst/>
              <a:rect l="l" t="t" r="r" b="b"/>
              <a:pathLst>
                <a:path w="3309" h="10996">
                  <a:moveTo>
                    <a:pt x="2332" y="788"/>
                  </a:moveTo>
                  <a:cubicBezTo>
                    <a:pt x="2426" y="851"/>
                    <a:pt x="2489" y="882"/>
                    <a:pt x="2489" y="945"/>
                  </a:cubicBezTo>
                  <a:lnTo>
                    <a:pt x="2489" y="10050"/>
                  </a:lnTo>
                  <a:cubicBezTo>
                    <a:pt x="2489" y="10145"/>
                    <a:pt x="2426" y="10176"/>
                    <a:pt x="2332" y="10176"/>
                  </a:cubicBezTo>
                  <a:lnTo>
                    <a:pt x="946" y="10176"/>
                  </a:lnTo>
                  <a:cubicBezTo>
                    <a:pt x="882" y="10176"/>
                    <a:pt x="851" y="10082"/>
                    <a:pt x="851" y="10050"/>
                  </a:cubicBezTo>
                  <a:lnTo>
                    <a:pt x="851" y="945"/>
                  </a:lnTo>
                  <a:cubicBezTo>
                    <a:pt x="851" y="882"/>
                    <a:pt x="914" y="788"/>
                    <a:pt x="946" y="788"/>
                  </a:cubicBezTo>
                  <a:lnTo>
                    <a:pt x="2332" y="788"/>
                  </a:lnTo>
                  <a:close/>
                  <a:moveTo>
                    <a:pt x="946" y="0"/>
                  </a:moveTo>
                  <a:cubicBezTo>
                    <a:pt x="410" y="0"/>
                    <a:pt x="0" y="441"/>
                    <a:pt x="0" y="945"/>
                  </a:cubicBezTo>
                  <a:lnTo>
                    <a:pt x="0" y="10050"/>
                  </a:lnTo>
                  <a:cubicBezTo>
                    <a:pt x="0" y="10617"/>
                    <a:pt x="441" y="10995"/>
                    <a:pt x="946" y="10995"/>
                  </a:cubicBezTo>
                  <a:lnTo>
                    <a:pt x="2332" y="10995"/>
                  </a:lnTo>
                  <a:cubicBezTo>
                    <a:pt x="2899" y="10995"/>
                    <a:pt x="3308" y="10554"/>
                    <a:pt x="3308" y="10050"/>
                  </a:cubicBezTo>
                  <a:lnTo>
                    <a:pt x="3308" y="945"/>
                  </a:lnTo>
                  <a:cubicBezTo>
                    <a:pt x="3308" y="410"/>
                    <a:pt x="2899" y="0"/>
                    <a:pt x="2332" y="0"/>
                  </a:cubicBezTo>
                  <a:lnTo>
                    <a:pt x="94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096;p69"/>
            <p:cNvSpPr/>
            <p:nvPr/>
          </p:nvSpPr>
          <p:spPr>
            <a:xfrm>
              <a:off x="-61917225" y="2754700"/>
              <a:ext cx="83500" cy="185900"/>
            </a:xfrm>
            <a:custGeom>
              <a:avLst/>
              <a:gdLst/>
              <a:ahLst/>
              <a:cxnLst/>
              <a:rect l="l" t="t" r="r" b="b"/>
              <a:pathLst>
                <a:path w="3340" h="7436">
                  <a:moveTo>
                    <a:pt x="2394" y="788"/>
                  </a:moveTo>
                  <a:cubicBezTo>
                    <a:pt x="2489" y="788"/>
                    <a:pt x="2520" y="883"/>
                    <a:pt x="2520" y="946"/>
                  </a:cubicBezTo>
                  <a:lnTo>
                    <a:pt x="2520" y="6459"/>
                  </a:lnTo>
                  <a:cubicBezTo>
                    <a:pt x="2520" y="6554"/>
                    <a:pt x="2426" y="6585"/>
                    <a:pt x="2394" y="6585"/>
                  </a:cubicBezTo>
                  <a:lnTo>
                    <a:pt x="1008" y="6585"/>
                  </a:lnTo>
                  <a:cubicBezTo>
                    <a:pt x="945" y="6585"/>
                    <a:pt x="851" y="6491"/>
                    <a:pt x="851" y="6459"/>
                  </a:cubicBezTo>
                  <a:lnTo>
                    <a:pt x="851" y="946"/>
                  </a:lnTo>
                  <a:cubicBezTo>
                    <a:pt x="851" y="883"/>
                    <a:pt x="945" y="788"/>
                    <a:pt x="1008" y="788"/>
                  </a:cubicBezTo>
                  <a:lnTo>
                    <a:pt x="2394" y="788"/>
                  </a:lnTo>
                  <a:close/>
                  <a:moveTo>
                    <a:pt x="977" y="1"/>
                  </a:moveTo>
                  <a:cubicBezTo>
                    <a:pt x="441" y="1"/>
                    <a:pt x="0" y="442"/>
                    <a:pt x="0" y="977"/>
                  </a:cubicBezTo>
                  <a:lnTo>
                    <a:pt x="0" y="6491"/>
                  </a:lnTo>
                  <a:cubicBezTo>
                    <a:pt x="0" y="7058"/>
                    <a:pt x="441" y="7436"/>
                    <a:pt x="977" y="7436"/>
                  </a:cubicBezTo>
                  <a:lnTo>
                    <a:pt x="2363" y="7436"/>
                  </a:lnTo>
                  <a:cubicBezTo>
                    <a:pt x="2899" y="7436"/>
                    <a:pt x="3308" y="7026"/>
                    <a:pt x="3308" y="6491"/>
                  </a:cubicBezTo>
                  <a:lnTo>
                    <a:pt x="3308" y="977"/>
                  </a:lnTo>
                  <a:cubicBezTo>
                    <a:pt x="3340" y="442"/>
                    <a:pt x="2899" y="1"/>
                    <a:pt x="2363" y="1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8399;p67"/>
          <p:cNvGrpSpPr/>
          <p:nvPr/>
        </p:nvGrpSpPr>
        <p:grpSpPr>
          <a:xfrm>
            <a:off x="575244" y="1352795"/>
            <a:ext cx="340168" cy="340168"/>
            <a:chOff x="5648375" y="238125"/>
            <a:chExt cx="483125" cy="483125"/>
          </a:xfrm>
        </p:grpSpPr>
        <p:sp>
          <p:nvSpPr>
            <p:cNvPr id="41" name="Google Shape;8400;p67"/>
            <p:cNvSpPr/>
            <p:nvPr/>
          </p:nvSpPr>
          <p:spPr>
            <a:xfrm>
              <a:off x="5648375" y="23812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>
                  <a:moveTo>
                    <a:pt x="4001" y="1132"/>
                  </a:moveTo>
                  <a:cubicBezTo>
                    <a:pt x="4315" y="1132"/>
                    <a:pt x="4569" y="1386"/>
                    <a:pt x="4569" y="1700"/>
                  </a:cubicBezTo>
                  <a:lnTo>
                    <a:pt x="4569" y="3965"/>
                  </a:lnTo>
                  <a:cubicBezTo>
                    <a:pt x="4569" y="4276"/>
                    <a:pt x="4315" y="4529"/>
                    <a:pt x="4001" y="4529"/>
                  </a:cubicBezTo>
                  <a:cubicBezTo>
                    <a:pt x="3687" y="4529"/>
                    <a:pt x="3436" y="4276"/>
                    <a:pt x="3436" y="3965"/>
                  </a:cubicBezTo>
                  <a:lnTo>
                    <a:pt x="3436" y="1700"/>
                  </a:lnTo>
                  <a:cubicBezTo>
                    <a:pt x="3436" y="1386"/>
                    <a:pt x="3687" y="1132"/>
                    <a:pt x="4001" y="1132"/>
                  </a:cubicBezTo>
                  <a:close/>
                  <a:moveTo>
                    <a:pt x="9662" y="1132"/>
                  </a:moveTo>
                  <a:cubicBezTo>
                    <a:pt x="9976" y="1132"/>
                    <a:pt x="10230" y="1386"/>
                    <a:pt x="10230" y="1700"/>
                  </a:cubicBezTo>
                  <a:lnTo>
                    <a:pt x="10230" y="3965"/>
                  </a:lnTo>
                  <a:cubicBezTo>
                    <a:pt x="10230" y="4276"/>
                    <a:pt x="9976" y="4529"/>
                    <a:pt x="9662" y="4529"/>
                  </a:cubicBezTo>
                  <a:cubicBezTo>
                    <a:pt x="9348" y="4529"/>
                    <a:pt x="9098" y="4276"/>
                    <a:pt x="9098" y="3965"/>
                  </a:cubicBezTo>
                  <a:lnTo>
                    <a:pt x="9098" y="1700"/>
                  </a:lnTo>
                  <a:cubicBezTo>
                    <a:pt x="9098" y="1386"/>
                    <a:pt x="9348" y="1132"/>
                    <a:pt x="9662" y="1132"/>
                  </a:cubicBezTo>
                  <a:close/>
                  <a:moveTo>
                    <a:pt x="15324" y="1132"/>
                  </a:moveTo>
                  <a:cubicBezTo>
                    <a:pt x="15638" y="1132"/>
                    <a:pt x="15891" y="1386"/>
                    <a:pt x="15891" y="1700"/>
                  </a:cubicBezTo>
                  <a:lnTo>
                    <a:pt x="15891" y="3965"/>
                  </a:lnTo>
                  <a:cubicBezTo>
                    <a:pt x="15891" y="4276"/>
                    <a:pt x="15638" y="4529"/>
                    <a:pt x="15324" y="4529"/>
                  </a:cubicBezTo>
                  <a:cubicBezTo>
                    <a:pt x="15010" y="4529"/>
                    <a:pt x="14759" y="4276"/>
                    <a:pt x="14759" y="3965"/>
                  </a:cubicBezTo>
                  <a:lnTo>
                    <a:pt x="14759" y="1700"/>
                  </a:lnTo>
                  <a:cubicBezTo>
                    <a:pt x="14759" y="1386"/>
                    <a:pt x="15010" y="1132"/>
                    <a:pt x="15324" y="1132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51"/>
                    <a:pt x="18192" y="3965"/>
                  </a:cubicBezTo>
                  <a:lnTo>
                    <a:pt x="18192" y="6833"/>
                  </a:lnTo>
                  <a:lnTo>
                    <a:pt x="1132" y="6833"/>
                  </a:lnTo>
                  <a:lnTo>
                    <a:pt x="1132" y="3965"/>
                  </a:lnTo>
                  <a:cubicBezTo>
                    <a:pt x="1132" y="3651"/>
                    <a:pt x="1386" y="3397"/>
                    <a:pt x="1700" y="3397"/>
                  </a:cubicBezTo>
                  <a:lnTo>
                    <a:pt x="2304" y="3397"/>
                  </a:lnTo>
                  <a:lnTo>
                    <a:pt x="2304" y="3965"/>
                  </a:lnTo>
                  <a:cubicBezTo>
                    <a:pt x="2304" y="4901"/>
                    <a:pt x="3062" y="5661"/>
                    <a:pt x="4001" y="5661"/>
                  </a:cubicBezTo>
                  <a:cubicBezTo>
                    <a:pt x="4940" y="5661"/>
                    <a:pt x="5701" y="4901"/>
                    <a:pt x="5701" y="3965"/>
                  </a:cubicBezTo>
                  <a:lnTo>
                    <a:pt x="5701" y="3397"/>
                  </a:lnTo>
                  <a:lnTo>
                    <a:pt x="7965" y="3397"/>
                  </a:lnTo>
                  <a:lnTo>
                    <a:pt x="7965" y="3965"/>
                  </a:lnTo>
                  <a:cubicBezTo>
                    <a:pt x="7965" y="4901"/>
                    <a:pt x="8723" y="5661"/>
                    <a:pt x="9662" y="5661"/>
                  </a:cubicBezTo>
                  <a:cubicBezTo>
                    <a:pt x="10601" y="5661"/>
                    <a:pt x="11362" y="4901"/>
                    <a:pt x="11362" y="3965"/>
                  </a:cubicBezTo>
                  <a:lnTo>
                    <a:pt x="11362" y="3397"/>
                  </a:lnTo>
                  <a:lnTo>
                    <a:pt x="13627" y="3397"/>
                  </a:lnTo>
                  <a:lnTo>
                    <a:pt x="13627" y="3965"/>
                  </a:lnTo>
                  <a:cubicBezTo>
                    <a:pt x="13627" y="4901"/>
                    <a:pt x="14385" y="5661"/>
                    <a:pt x="15324" y="5661"/>
                  </a:cubicBezTo>
                  <a:cubicBezTo>
                    <a:pt x="16263" y="5661"/>
                    <a:pt x="17024" y="4901"/>
                    <a:pt x="17024" y="3965"/>
                  </a:cubicBezTo>
                  <a:lnTo>
                    <a:pt x="17024" y="3397"/>
                  </a:lnTo>
                  <a:lnTo>
                    <a:pt x="17628" y="3397"/>
                  </a:lnTo>
                  <a:close/>
                  <a:moveTo>
                    <a:pt x="18192" y="7965"/>
                  </a:moveTo>
                  <a:lnTo>
                    <a:pt x="18192" y="17628"/>
                  </a:lnTo>
                  <a:cubicBezTo>
                    <a:pt x="18192" y="17939"/>
                    <a:pt x="17939" y="18192"/>
                    <a:pt x="17628" y="18192"/>
                  </a:cubicBezTo>
                  <a:lnTo>
                    <a:pt x="1700" y="18192"/>
                  </a:lnTo>
                  <a:cubicBezTo>
                    <a:pt x="1386" y="18192"/>
                    <a:pt x="1132" y="17939"/>
                    <a:pt x="1132" y="17628"/>
                  </a:cubicBezTo>
                  <a:lnTo>
                    <a:pt x="1132" y="7965"/>
                  </a:lnTo>
                  <a:lnTo>
                    <a:pt x="18192" y="7965"/>
                  </a:lnTo>
                  <a:close/>
                  <a:moveTo>
                    <a:pt x="4001" y="0"/>
                  </a:moveTo>
                  <a:cubicBezTo>
                    <a:pt x="3062" y="0"/>
                    <a:pt x="2304" y="761"/>
                    <a:pt x="2304" y="1700"/>
                  </a:cubicBezTo>
                  <a:lnTo>
                    <a:pt x="2304" y="2265"/>
                  </a:lnTo>
                  <a:lnTo>
                    <a:pt x="1700" y="2265"/>
                  </a:lnTo>
                  <a:cubicBezTo>
                    <a:pt x="761" y="2265"/>
                    <a:pt x="0" y="3025"/>
                    <a:pt x="0" y="3965"/>
                  </a:cubicBezTo>
                  <a:lnTo>
                    <a:pt x="0" y="17628"/>
                  </a:lnTo>
                  <a:cubicBezTo>
                    <a:pt x="0" y="18564"/>
                    <a:pt x="761" y="19324"/>
                    <a:pt x="1700" y="19324"/>
                  </a:cubicBezTo>
                  <a:lnTo>
                    <a:pt x="17628" y="19324"/>
                  </a:lnTo>
                  <a:cubicBezTo>
                    <a:pt x="18564" y="19324"/>
                    <a:pt x="19325" y="18564"/>
                    <a:pt x="19325" y="17628"/>
                  </a:cubicBezTo>
                  <a:lnTo>
                    <a:pt x="19325" y="3965"/>
                  </a:lnTo>
                  <a:cubicBezTo>
                    <a:pt x="19325" y="3025"/>
                    <a:pt x="18564" y="2265"/>
                    <a:pt x="17628" y="2265"/>
                  </a:cubicBezTo>
                  <a:lnTo>
                    <a:pt x="17024" y="2265"/>
                  </a:lnTo>
                  <a:lnTo>
                    <a:pt x="17024" y="1700"/>
                  </a:lnTo>
                  <a:cubicBezTo>
                    <a:pt x="17024" y="761"/>
                    <a:pt x="16263" y="0"/>
                    <a:pt x="15324" y="0"/>
                  </a:cubicBezTo>
                  <a:cubicBezTo>
                    <a:pt x="14385" y="0"/>
                    <a:pt x="13627" y="761"/>
                    <a:pt x="13627" y="1700"/>
                  </a:cubicBezTo>
                  <a:lnTo>
                    <a:pt x="13627" y="2265"/>
                  </a:lnTo>
                  <a:lnTo>
                    <a:pt x="11362" y="2265"/>
                  </a:lnTo>
                  <a:lnTo>
                    <a:pt x="11362" y="1700"/>
                  </a:lnTo>
                  <a:cubicBezTo>
                    <a:pt x="11362" y="761"/>
                    <a:pt x="10601" y="0"/>
                    <a:pt x="9662" y="0"/>
                  </a:cubicBezTo>
                  <a:cubicBezTo>
                    <a:pt x="8723" y="0"/>
                    <a:pt x="7965" y="761"/>
                    <a:pt x="7965" y="1700"/>
                  </a:cubicBezTo>
                  <a:lnTo>
                    <a:pt x="7965" y="2265"/>
                  </a:lnTo>
                  <a:lnTo>
                    <a:pt x="5701" y="2265"/>
                  </a:lnTo>
                  <a:lnTo>
                    <a:pt x="5701" y="1700"/>
                  </a:lnTo>
                  <a:cubicBezTo>
                    <a:pt x="5701" y="761"/>
                    <a:pt x="4940" y="0"/>
                    <a:pt x="40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401;p67"/>
            <p:cNvSpPr/>
            <p:nvPr/>
          </p:nvSpPr>
          <p:spPr>
            <a:xfrm>
              <a:off x="570595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>
                  <a:moveTo>
                    <a:pt x="566" y="1"/>
                  </a:moveTo>
                  <a:cubicBezTo>
                    <a:pt x="252" y="1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lnTo>
                    <a:pt x="566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402;p67"/>
            <p:cNvSpPr/>
            <p:nvPr/>
          </p:nvSpPr>
          <p:spPr>
            <a:xfrm>
              <a:off x="584750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1"/>
                    <a:pt x="2830" y="1"/>
                  </a:cubicBezTo>
                  <a:lnTo>
                    <a:pt x="565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403;p67"/>
            <p:cNvSpPr/>
            <p:nvPr/>
          </p:nvSpPr>
          <p:spPr>
            <a:xfrm>
              <a:off x="5989025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lnTo>
                    <a:pt x="565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404;p67"/>
            <p:cNvSpPr/>
            <p:nvPr/>
          </p:nvSpPr>
          <p:spPr>
            <a:xfrm>
              <a:off x="570595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>
                  <a:moveTo>
                    <a:pt x="566" y="0"/>
                  </a:moveTo>
                  <a:cubicBezTo>
                    <a:pt x="252" y="0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lnTo>
                    <a:pt x="56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405;p67"/>
            <p:cNvSpPr/>
            <p:nvPr/>
          </p:nvSpPr>
          <p:spPr>
            <a:xfrm>
              <a:off x="584750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0"/>
                    <a:pt x="2830" y="0"/>
                  </a:cubicBezTo>
                  <a:lnTo>
                    <a:pt x="565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406;p67"/>
            <p:cNvSpPr/>
            <p:nvPr/>
          </p:nvSpPr>
          <p:spPr>
            <a:xfrm>
              <a:off x="5989025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lnTo>
                    <a:pt x="565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407;p67"/>
            <p:cNvSpPr/>
            <p:nvPr/>
          </p:nvSpPr>
          <p:spPr>
            <a:xfrm>
              <a:off x="570595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lnTo>
                    <a:pt x="566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408;p67"/>
            <p:cNvSpPr/>
            <p:nvPr/>
          </p:nvSpPr>
          <p:spPr>
            <a:xfrm>
              <a:off x="584750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8"/>
                  </a:cubicBezTo>
                  <a:cubicBezTo>
                    <a:pt x="3394" y="254"/>
                    <a:pt x="3144" y="1"/>
                    <a:pt x="2830" y="1"/>
                  </a:cubicBezTo>
                  <a:lnTo>
                    <a:pt x="565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409;p67"/>
            <p:cNvSpPr/>
            <p:nvPr/>
          </p:nvSpPr>
          <p:spPr>
            <a:xfrm>
              <a:off x="5989025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lnTo>
                    <a:pt x="565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defRPr sz="1400" b="0" i="0" u="none" strike="noStrike" cap="none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8" presetClass="entr" presetSubtype="0" accel="5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27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8" decel="50000" autoRev="1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8" presetClass="entr" presetSubtype="0" accel="5000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27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8" decel="50000" autoRev="1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8" presetClass="entr" presetSubtype="0" accel="5000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27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8" decel="50000" autoRev="1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8" presetClass="entr" presetSubtype="0" accel="50000" fill="hold" grpId="5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27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8" decel="50000" autoRev="1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8" presetClass="entr" presetSubtype="0" accel="50000" fill="hold" grpId="6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27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8" decel="50000" autoRev="1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8" presetClass="entr" presetSubtype="0" accel="50000" fill="hold" grpId="7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60" dur="227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8" decel="50000" autoRev="1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18" grpId="3" animBg="1"/>
      <p:bldP spid="21" grpId="5" animBg="1"/>
      <p:bldP spid="28" grpId="4" animBg="1"/>
      <p:bldP spid="32" grpId="6" animBg="1"/>
      <p:bldP spid="35" grpId="7" animBg="1"/>
      <p:bldP spid="40" grpId="2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8"/>
          <p:cNvSpPr>
            <a:spLocks noGrp="1" noEditPoints="1"/>
          </p:cNvSpPr>
          <p:nvPr>
            <p:ph type="title"/>
          </p:nvPr>
        </p:nvSpPr>
        <p:spPr>
          <a:xfrm>
            <a:off x="246451" y="4329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r>
              <a:rPr lang="en-US" dirty="0"/>
              <a:t>Future Work</a:t>
            </a:r>
            <a:endParaRPr dirty="0"/>
          </a:p>
        </p:txBody>
      </p:sp>
      <p:sp>
        <p:nvSpPr>
          <p:cNvPr id="422" name="Google Shape;422;p38"/>
          <p:cNvSpPr>
            <a:spLocks noGrp="1" noEditPoints="1"/>
          </p:cNvSpPr>
          <p:nvPr>
            <p:ph type="subTitle" idx="7"/>
          </p:nvPr>
        </p:nvSpPr>
        <p:spPr>
          <a:xfrm>
            <a:off x="663386" y="2007713"/>
            <a:ext cx="2761602" cy="42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sz="1700" dirty="0"/>
              <a:t>League-agnostic configuration </a:t>
            </a:r>
          </a:p>
        </p:txBody>
      </p:sp>
      <p:sp>
        <p:nvSpPr>
          <p:cNvPr id="423" name="Google Shape;423;p38"/>
          <p:cNvSpPr>
            <a:spLocks noGrp="1" noEditPoints="1"/>
          </p:cNvSpPr>
          <p:nvPr>
            <p:ph type="subTitle" idx="8"/>
          </p:nvPr>
        </p:nvSpPr>
        <p:spPr>
          <a:xfrm>
            <a:off x="3783192" y="1774062"/>
            <a:ext cx="2100000" cy="42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sz="1800" dirty="0"/>
              <a:t>API Layer</a:t>
            </a:r>
            <a:endParaRPr sz="1800" dirty="0"/>
          </a:p>
        </p:txBody>
      </p:sp>
      <p:sp>
        <p:nvSpPr>
          <p:cNvPr id="424" name="Google Shape;424;p38"/>
          <p:cNvSpPr>
            <a:spLocks noGrp="1" noEditPoints="1"/>
          </p:cNvSpPr>
          <p:nvPr>
            <p:ph type="subTitle" idx="9"/>
          </p:nvPr>
        </p:nvSpPr>
        <p:spPr>
          <a:xfrm>
            <a:off x="1173695" y="3014461"/>
            <a:ext cx="2513195" cy="429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sz="1800" dirty="0"/>
              <a:t>Sensitivity analysis </a:t>
            </a:r>
          </a:p>
        </p:txBody>
      </p:sp>
      <p:sp>
        <p:nvSpPr>
          <p:cNvPr id="425" name="Google Shape;425;p38"/>
          <p:cNvSpPr>
            <a:spLocks noGrp="1" noEditPoints="1"/>
          </p:cNvSpPr>
          <p:nvPr>
            <p:ph type="subTitle" idx="13"/>
          </p:nvPr>
        </p:nvSpPr>
        <p:spPr>
          <a:xfrm>
            <a:off x="5374097" y="3193486"/>
            <a:ext cx="2870371" cy="429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sz="1800" dirty="0"/>
              <a:t>Metaheuristic hybridization</a:t>
            </a:r>
          </a:p>
        </p:txBody>
      </p:sp>
      <p:sp>
        <p:nvSpPr>
          <p:cNvPr id="426" name="Google Shape;426;p38"/>
          <p:cNvSpPr>
            <a:spLocks noGrp="1" noEditPoints="1"/>
          </p:cNvSpPr>
          <p:nvPr>
            <p:ph type="subTitle" idx="14"/>
          </p:nvPr>
        </p:nvSpPr>
        <p:spPr>
          <a:xfrm>
            <a:off x="6025518" y="2000215"/>
            <a:ext cx="2910324" cy="42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/>
            <a:r>
              <a:rPr lang="en-US" sz="1700" dirty="0"/>
              <a:t>Weather &amp; Ramadan awareness </a:t>
            </a:r>
          </a:p>
        </p:txBody>
      </p:sp>
      <p:grpSp>
        <p:nvGrpSpPr>
          <p:cNvPr id="2" name="Google Shape;4456;p46"/>
          <p:cNvGrpSpPr/>
          <p:nvPr/>
        </p:nvGrpSpPr>
        <p:grpSpPr>
          <a:xfrm>
            <a:off x="268759" y="1801205"/>
            <a:ext cx="347153" cy="275615"/>
            <a:chOff x="5328475" y="2592950"/>
            <a:chExt cx="435200" cy="344425"/>
          </a:xfrm>
        </p:grpSpPr>
        <p:sp>
          <p:nvSpPr>
            <p:cNvPr id="3" name="Google Shape;4457;p46"/>
            <p:cNvSpPr/>
            <p:nvPr/>
          </p:nvSpPr>
          <p:spPr>
            <a:xfrm>
              <a:off x="5328475" y="2749225"/>
              <a:ext cx="113425" cy="176525"/>
            </a:xfrm>
            <a:custGeom>
              <a:avLst/>
              <a:gdLst/>
              <a:ahLst/>
              <a:cxnLst/>
              <a:rect l="l" t="t" r="r" b="b"/>
              <a:pathLst>
                <a:path w="4537" h="7061">
                  <a:moveTo>
                    <a:pt x="667" y="0"/>
                  </a:moveTo>
                  <a:cubicBezTo>
                    <a:pt x="251" y="357"/>
                    <a:pt x="1" y="881"/>
                    <a:pt x="1" y="1429"/>
                  </a:cubicBezTo>
                  <a:lnTo>
                    <a:pt x="1" y="6549"/>
                  </a:lnTo>
                  <a:cubicBezTo>
                    <a:pt x="1" y="6823"/>
                    <a:pt x="227" y="7061"/>
                    <a:pt x="513" y="7061"/>
                  </a:cubicBezTo>
                  <a:lnTo>
                    <a:pt x="4489" y="7061"/>
                  </a:lnTo>
                  <a:lnTo>
                    <a:pt x="4489" y="3286"/>
                  </a:lnTo>
                  <a:lnTo>
                    <a:pt x="4227" y="3286"/>
                  </a:lnTo>
                  <a:cubicBezTo>
                    <a:pt x="3549" y="3286"/>
                    <a:pt x="3537" y="2274"/>
                    <a:pt x="4215" y="2262"/>
                  </a:cubicBezTo>
                  <a:lnTo>
                    <a:pt x="4501" y="2262"/>
                  </a:lnTo>
                  <a:lnTo>
                    <a:pt x="4501" y="1322"/>
                  </a:lnTo>
                  <a:cubicBezTo>
                    <a:pt x="4501" y="1155"/>
                    <a:pt x="4513" y="988"/>
                    <a:pt x="4537" y="822"/>
                  </a:cubicBezTo>
                  <a:lnTo>
                    <a:pt x="4537" y="822"/>
                  </a:lnTo>
                  <a:cubicBezTo>
                    <a:pt x="4085" y="1180"/>
                    <a:pt x="3542" y="1355"/>
                    <a:pt x="3001" y="1355"/>
                  </a:cubicBezTo>
                  <a:cubicBezTo>
                    <a:pt x="2303" y="1355"/>
                    <a:pt x="1610" y="1064"/>
                    <a:pt x="1120" y="500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" name="Google Shape;4458;p46"/>
            <p:cNvSpPr/>
            <p:nvPr/>
          </p:nvSpPr>
          <p:spPr>
            <a:xfrm>
              <a:off x="5353475" y="2604550"/>
              <a:ext cx="98550" cy="113450"/>
            </a:xfrm>
            <a:custGeom>
              <a:avLst/>
              <a:gdLst/>
              <a:ahLst/>
              <a:cxnLst/>
              <a:rect l="l" t="t" r="r" b="b"/>
              <a:pathLst>
                <a:path w="3942" h="4538">
                  <a:moveTo>
                    <a:pt x="1941" y="1"/>
                  </a:moveTo>
                  <a:cubicBezTo>
                    <a:pt x="858" y="1"/>
                    <a:pt x="1" y="918"/>
                    <a:pt x="72" y="1989"/>
                  </a:cubicBezTo>
                  <a:lnTo>
                    <a:pt x="120" y="2835"/>
                  </a:lnTo>
                  <a:cubicBezTo>
                    <a:pt x="215" y="3799"/>
                    <a:pt x="1013" y="4537"/>
                    <a:pt x="1989" y="4537"/>
                  </a:cubicBezTo>
                  <a:cubicBezTo>
                    <a:pt x="2953" y="4537"/>
                    <a:pt x="3763" y="3799"/>
                    <a:pt x="3846" y="2835"/>
                  </a:cubicBezTo>
                  <a:lnTo>
                    <a:pt x="3894" y="1989"/>
                  </a:lnTo>
                  <a:cubicBezTo>
                    <a:pt x="3942" y="1442"/>
                    <a:pt x="3727" y="918"/>
                    <a:pt x="3346" y="537"/>
                  </a:cubicBezTo>
                  <a:cubicBezTo>
                    <a:pt x="2989" y="191"/>
                    <a:pt x="2513" y="1"/>
                    <a:pt x="2013" y="1"/>
                  </a:cubicBezTo>
                  <a:lnTo>
                    <a:pt x="1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" name="Google Shape;4459;p46"/>
            <p:cNvSpPr/>
            <p:nvPr/>
          </p:nvSpPr>
          <p:spPr>
            <a:xfrm>
              <a:off x="536747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>
                  <a:moveTo>
                    <a:pt x="0" y="0"/>
                  </a:moveTo>
                  <a:lnTo>
                    <a:pt x="310" y="369"/>
                  </a:lnTo>
                  <a:cubicBezTo>
                    <a:pt x="608" y="703"/>
                    <a:pt x="1018" y="870"/>
                    <a:pt x="1429" y="870"/>
                  </a:cubicBezTo>
                  <a:cubicBezTo>
                    <a:pt x="1840" y="870"/>
                    <a:pt x="2251" y="703"/>
                    <a:pt x="2548" y="369"/>
                  </a:cubicBezTo>
                  <a:lnTo>
                    <a:pt x="28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" name="Google Shape;4460;p46"/>
            <p:cNvSpPr/>
            <p:nvPr/>
          </p:nvSpPr>
          <p:spPr>
            <a:xfrm>
              <a:off x="5650250" y="2749825"/>
              <a:ext cx="113425" cy="175925"/>
            </a:xfrm>
            <a:custGeom>
              <a:avLst/>
              <a:gdLst/>
              <a:ahLst/>
              <a:cxnLst/>
              <a:rect l="l" t="t" r="r" b="b"/>
              <a:pathLst>
                <a:path w="4537" h="7037">
                  <a:moveTo>
                    <a:pt x="3179" y="2238"/>
                  </a:moveTo>
                  <a:cubicBezTo>
                    <a:pt x="3429" y="2238"/>
                    <a:pt x="3644" y="2417"/>
                    <a:pt x="3691" y="2655"/>
                  </a:cubicBezTo>
                  <a:cubicBezTo>
                    <a:pt x="3751" y="2977"/>
                    <a:pt x="3513" y="3262"/>
                    <a:pt x="3191" y="3262"/>
                  </a:cubicBezTo>
                  <a:lnTo>
                    <a:pt x="2786" y="3262"/>
                  </a:lnTo>
                  <a:cubicBezTo>
                    <a:pt x="2108" y="3262"/>
                    <a:pt x="2096" y="2250"/>
                    <a:pt x="2774" y="2238"/>
                  </a:cubicBezTo>
                  <a:lnTo>
                    <a:pt x="3179" y="2238"/>
                  </a:lnTo>
                  <a:close/>
                  <a:moveTo>
                    <a:pt x="3870" y="0"/>
                  </a:moveTo>
                  <a:lnTo>
                    <a:pt x="3417" y="500"/>
                  </a:lnTo>
                  <a:cubicBezTo>
                    <a:pt x="2922" y="1056"/>
                    <a:pt x="2231" y="1344"/>
                    <a:pt x="1537" y="1344"/>
                  </a:cubicBezTo>
                  <a:cubicBezTo>
                    <a:pt x="996" y="1344"/>
                    <a:pt x="454" y="1169"/>
                    <a:pt x="0" y="810"/>
                  </a:cubicBezTo>
                  <a:lnTo>
                    <a:pt x="0" y="810"/>
                  </a:lnTo>
                  <a:cubicBezTo>
                    <a:pt x="24" y="976"/>
                    <a:pt x="36" y="1143"/>
                    <a:pt x="36" y="1322"/>
                  </a:cubicBezTo>
                  <a:lnTo>
                    <a:pt x="36" y="7037"/>
                  </a:lnTo>
                  <a:lnTo>
                    <a:pt x="4025" y="7037"/>
                  </a:lnTo>
                  <a:cubicBezTo>
                    <a:pt x="4298" y="7037"/>
                    <a:pt x="4537" y="6799"/>
                    <a:pt x="4537" y="6525"/>
                  </a:cubicBezTo>
                  <a:lnTo>
                    <a:pt x="4537" y="1417"/>
                  </a:lnTo>
                  <a:cubicBezTo>
                    <a:pt x="4525" y="869"/>
                    <a:pt x="4287" y="345"/>
                    <a:pt x="38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" name="Google Shape;4461;p46"/>
            <p:cNvSpPr/>
            <p:nvPr/>
          </p:nvSpPr>
          <p:spPr>
            <a:xfrm>
              <a:off x="5640125" y="2604550"/>
              <a:ext cx="97650" cy="114325"/>
            </a:xfrm>
            <a:custGeom>
              <a:avLst/>
              <a:gdLst/>
              <a:ahLst/>
              <a:cxnLst/>
              <a:rect l="l" t="t" r="r" b="b"/>
              <a:pathLst>
                <a:path w="3906" h="4573">
                  <a:moveTo>
                    <a:pt x="1886" y="0"/>
                  </a:moveTo>
                  <a:cubicBezTo>
                    <a:pt x="1413" y="0"/>
                    <a:pt x="954" y="190"/>
                    <a:pt x="608" y="525"/>
                  </a:cubicBezTo>
                  <a:cubicBezTo>
                    <a:pt x="215" y="906"/>
                    <a:pt x="0" y="1442"/>
                    <a:pt x="48" y="1989"/>
                  </a:cubicBezTo>
                  <a:lnTo>
                    <a:pt x="96" y="2799"/>
                  </a:lnTo>
                  <a:cubicBezTo>
                    <a:pt x="143" y="3787"/>
                    <a:pt x="953" y="4561"/>
                    <a:pt x="1941" y="4573"/>
                  </a:cubicBezTo>
                  <a:cubicBezTo>
                    <a:pt x="1949" y="4573"/>
                    <a:pt x="1956" y="4573"/>
                    <a:pt x="1964" y="4573"/>
                  </a:cubicBezTo>
                  <a:cubicBezTo>
                    <a:pt x="2942" y="4573"/>
                    <a:pt x="3763" y="3803"/>
                    <a:pt x="3822" y="2823"/>
                  </a:cubicBezTo>
                  <a:lnTo>
                    <a:pt x="3870" y="1989"/>
                  </a:lnTo>
                  <a:cubicBezTo>
                    <a:pt x="3906" y="1465"/>
                    <a:pt x="3727" y="965"/>
                    <a:pt x="3370" y="596"/>
                  </a:cubicBezTo>
                  <a:cubicBezTo>
                    <a:pt x="3025" y="215"/>
                    <a:pt x="2525" y="1"/>
                    <a:pt x="2013" y="1"/>
                  </a:cubicBezTo>
                  <a:lnTo>
                    <a:pt x="1929" y="1"/>
                  </a:lnTo>
                  <a:cubicBezTo>
                    <a:pt x="1915" y="0"/>
                    <a:pt x="1900" y="0"/>
                    <a:pt x="18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" name="Google Shape;4462;p46"/>
            <p:cNvSpPr/>
            <p:nvPr/>
          </p:nvSpPr>
          <p:spPr>
            <a:xfrm>
              <a:off x="5653225" y="2736125"/>
              <a:ext cx="71750" cy="21750"/>
            </a:xfrm>
            <a:custGeom>
              <a:avLst/>
              <a:gdLst/>
              <a:ahLst/>
              <a:cxnLst/>
              <a:rect l="l" t="t" r="r" b="b"/>
              <a:pathLst>
                <a:path w="2870" h="870">
                  <a:moveTo>
                    <a:pt x="0" y="0"/>
                  </a:moveTo>
                  <a:lnTo>
                    <a:pt x="322" y="369"/>
                  </a:lnTo>
                  <a:cubicBezTo>
                    <a:pt x="619" y="703"/>
                    <a:pt x="1030" y="870"/>
                    <a:pt x="1439" y="870"/>
                  </a:cubicBezTo>
                  <a:cubicBezTo>
                    <a:pt x="1849" y="870"/>
                    <a:pt x="2257" y="703"/>
                    <a:pt x="2548" y="369"/>
                  </a:cubicBezTo>
                  <a:lnTo>
                    <a:pt x="28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" name="Google Shape;4463;p46"/>
            <p:cNvSpPr/>
            <p:nvPr/>
          </p:nvSpPr>
          <p:spPr>
            <a:xfrm>
              <a:off x="5465400" y="2746550"/>
              <a:ext cx="160450" cy="190825"/>
            </a:xfrm>
            <a:custGeom>
              <a:avLst/>
              <a:gdLst/>
              <a:ahLst/>
              <a:cxnLst/>
              <a:rect l="l" t="t" r="r" b="b"/>
              <a:pathLst>
                <a:path w="6418" h="7633">
                  <a:moveTo>
                    <a:pt x="5010" y="2547"/>
                  </a:moveTo>
                  <a:cubicBezTo>
                    <a:pt x="5669" y="2547"/>
                    <a:pt x="5676" y="3561"/>
                    <a:pt x="5011" y="3561"/>
                  </a:cubicBezTo>
                  <a:cubicBezTo>
                    <a:pt x="5000" y="3561"/>
                    <a:pt x="4989" y="3561"/>
                    <a:pt x="4977" y="3560"/>
                  </a:cubicBezTo>
                  <a:lnTo>
                    <a:pt x="4537" y="3560"/>
                  </a:lnTo>
                  <a:cubicBezTo>
                    <a:pt x="4287" y="3560"/>
                    <a:pt x="4072" y="3381"/>
                    <a:pt x="4025" y="3143"/>
                  </a:cubicBezTo>
                  <a:cubicBezTo>
                    <a:pt x="3977" y="2834"/>
                    <a:pt x="4215" y="2548"/>
                    <a:pt x="4525" y="2548"/>
                  </a:cubicBezTo>
                  <a:lnTo>
                    <a:pt x="4965" y="2548"/>
                  </a:lnTo>
                  <a:cubicBezTo>
                    <a:pt x="4981" y="2547"/>
                    <a:pt x="4995" y="2547"/>
                    <a:pt x="5010" y="2547"/>
                  </a:cubicBezTo>
                  <a:close/>
                  <a:moveTo>
                    <a:pt x="703" y="0"/>
                  </a:moveTo>
                  <a:cubicBezTo>
                    <a:pt x="262" y="357"/>
                    <a:pt x="0" y="893"/>
                    <a:pt x="0" y="1453"/>
                  </a:cubicBezTo>
                  <a:lnTo>
                    <a:pt x="0" y="7132"/>
                  </a:lnTo>
                  <a:cubicBezTo>
                    <a:pt x="0" y="7406"/>
                    <a:pt x="227" y="7632"/>
                    <a:pt x="512" y="7632"/>
                  </a:cubicBezTo>
                  <a:lnTo>
                    <a:pt x="5918" y="7632"/>
                  </a:lnTo>
                  <a:cubicBezTo>
                    <a:pt x="6192" y="7632"/>
                    <a:pt x="6418" y="7406"/>
                    <a:pt x="6418" y="7132"/>
                  </a:cubicBezTo>
                  <a:lnTo>
                    <a:pt x="6418" y="1465"/>
                  </a:lnTo>
                  <a:cubicBezTo>
                    <a:pt x="6418" y="893"/>
                    <a:pt x="6168" y="357"/>
                    <a:pt x="5715" y="0"/>
                  </a:cubicBezTo>
                  <a:lnTo>
                    <a:pt x="5192" y="607"/>
                  </a:lnTo>
                  <a:cubicBezTo>
                    <a:pt x="4668" y="1203"/>
                    <a:pt x="3941" y="1500"/>
                    <a:pt x="3215" y="1500"/>
                  </a:cubicBezTo>
                  <a:cubicBezTo>
                    <a:pt x="2489" y="1500"/>
                    <a:pt x="1763" y="1203"/>
                    <a:pt x="1239" y="607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" name="Google Shape;4464;p46"/>
            <p:cNvSpPr/>
            <p:nvPr/>
          </p:nvSpPr>
          <p:spPr>
            <a:xfrm>
              <a:off x="5492475" y="2592950"/>
              <a:ext cx="106600" cy="123550"/>
            </a:xfrm>
            <a:custGeom>
              <a:avLst/>
              <a:gdLst/>
              <a:ahLst/>
              <a:cxnLst/>
              <a:rect l="l" t="t" r="r" b="b"/>
              <a:pathLst>
                <a:path w="4264" h="4942">
                  <a:moveTo>
                    <a:pt x="2085" y="1"/>
                  </a:moveTo>
                  <a:cubicBezTo>
                    <a:pt x="918" y="1"/>
                    <a:pt x="1" y="977"/>
                    <a:pt x="72" y="2144"/>
                  </a:cubicBezTo>
                  <a:lnTo>
                    <a:pt x="120" y="3037"/>
                  </a:lnTo>
                  <a:cubicBezTo>
                    <a:pt x="191" y="4108"/>
                    <a:pt x="1073" y="4942"/>
                    <a:pt x="2144" y="4942"/>
                  </a:cubicBezTo>
                  <a:cubicBezTo>
                    <a:pt x="3216" y="4942"/>
                    <a:pt x="4097" y="4108"/>
                    <a:pt x="4168" y="3037"/>
                  </a:cubicBezTo>
                  <a:lnTo>
                    <a:pt x="4228" y="2144"/>
                  </a:lnTo>
                  <a:cubicBezTo>
                    <a:pt x="4263" y="1584"/>
                    <a:pt x="4061" y="1048"/>
                    <a:pt x="3680" y="643"/>
                  </a:cubicBezTo>
                  <a:cubicBezTo>
                    <a:pt x="3299" y="227"/>
                    <a:pt x="2763" y="1"/>
                    <a:pt x="2204" y="1"/>
                  </a:cubicBezTo>
                  <a:lnTo>
                    <a:pt x="20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" name="Google Shape;4465;p46"/>
            <p:cNvSpPr/>
            <p:nvPr/>
          </p:nvSpPr>
          <p:spPr>
            <a:xfrm>
              <a:off x="5506775" y="2734625"/>
              <a:ext cx="78600" cy="23775"/>
            </a:xfrm>
            <a:custGeom>
              <a:avLst/>
              <a:gdLst/>
              <a:ahLst/>
              <a:cxnLst/>
              <a:rect l="l" t="t" r="r" b="b"/>
              <a:pathLst>
                <a:path w="3144" h="951">
                  <a:moveTo>
                    <a:pt x="0" y="1"/>
                  </a:moveTo>
                  <a:lnTo>
                    <a:pt x="358" y="406"/>
                  </a:lnTo>
                  <a:cubicBezTo>
                    <a:pt x="679" y="769"/>
                    <a:pt x="1126" y="950"/>
                    <a:pt x="1572" y="950"/>
                  </a:cubicBezTo>
                  <a:cubicBezTo>
                    <a:pt x="2019" y="950"/>
                    <a:pt x="2465" y="769"/>
                    <a:pt x="2787" y="406"/>
                  </a:cubicBezTo>
                  <a:lnTo>
                    <a:pt x="314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/>
            </a:p>
          </p:txBody>
        </p:sp>
      </p:grpSp>
      <p:grpSp>
        <p:nvGrpSpPr>
          <p:cNvPr id="30" name="Google Shape;8643;p67">
            <a:extLst>
              <a:ext uri="{FF2B5EF4-FFF2-40B4-BE49-F238E27FC236}">
                <a16:creationId xmlns:a16="http://schemas.microsoft.com/office/drawing/2014/main" id="{E9AF29CD-B86D-F7DB-8A56-EB86A5F377D2}"/>
              </a:ext>
            </a:extLst>
          </p:cNvPr>
          <p:cNvGrpSpPr/>
          <p:nvPr/>
        </p:nvGrpSpPr>
        <p:grpSpPr>
          <a:xfrm>
            <a:off x="856949" y="3071837"/>
            <a:ext cx="308234" cy="308234"/>
            <a:chOff x="3270550" y="4993750"/>
            <a:chExt cx="483125" cy="483125"/>
          </a:xfrm>
          <a:solidFill>
            <a:schemeClr val="tx1">
              <a:lumMod val="95000"/>
            </a:schemeClr>
          </a:solidFill>
        </p:grpSpPr>
        <p:sp>
          <p:nvSpPr>
            <p:cNvPr id="31" name="Google Shape;8644;p67">
              <a:extLst>
                <a:ext uri="{FF2B5EF4-FFF2-40B4-BE49-F238E27FC236}">
                  <a16:creationId xmlns:a16="http://schemas.microsoft.com/office/drawing/2014/main" id="{1FCBAADB-2EA2-6979-1BD5-4F0F75D04F8D}"/>
                </a:ext>
              </a:extLst>
            </p:cNvPr>
            <p:cNvSpPr/>
            <p:nvPr/>
          </p:nvSpPr>
          <p:spPr>
            <a:xfrm>
              <a:off x="32705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17628" y="1133"/>
                  </a:moveTo>
                  <a:cubicBezTo>
                    <a:pt x="17939" y="1133"/>
                    <a:pt x="18193" y="1386"/>
                    <a:pt x="18193" y="1700"/>
                  </a:cubicBezTo>
                  <a:lnTo>
                    <a:pt x="18193" y="17628"/>
                  </a:lnTo>
                  <a:cubicBezTo>
                    <a:pt x="18193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3" y="17939"/>
                    <a:pt x="1133" y="17628"/>
                  </a:cubicBezTo>
                  <a:lnTo>
                    <a:pt x="1133" y="1700"/>
                  </a:lnTo>
                  <a:cubicBezTo>
                    <a:pt x="1133" y="1386"/>
                    <a:pt x="1386" y="1133"/>
                    <a:pt x="1700" y="1133"/>
                  </a:cubicBezTo>
                  <a:close/>
                  <a:moveTo>
                    <a:pt x="1700" y="1"/>
                  </a:moveTo>
                  <a:cubicBezTo>
                    <a:pt x="761" y="1"/>
                    <a:pt x="1" y="761"/>
                    <a:pt x="1" y="1700"/>
                  </a:cubicBezTo>
                  <a:lnTo>
                    <a:pt x="1" y="17628"/>
                  </a:lnTo>
                  <a:cubicBezTo>
                    <a:pt x="1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0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8645;p67">
              <a:extLst>
                <a:ext uri="{FF2B5EF4-FFF2-40B4-BE49-F238E27FC236}">
                  <a16:creationId xmlns:a16="http://schemas.microsoft.com/office/drawing/2014/main" id="{F6CFF2D4-9E7B-2814-78BA-1743ACB378AE}"/>
                </a:ext>
              </a:extLst>
            </p:cNvPr>
            <p:cNvSpPr/>
            <p:nvPr/>
          </p:nvSpPr>
          <p:spPr>
            <a:xfrm>
              <a:off x="3469675" y="5079600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8" y="1135"/>
                  </a:moveTo>
                  <a:cubicBezTo>
                    <a:pt x="2202" y="1135"/>
                    <a:pt x="2456" y="1742"/>
                    <a:pt x="2099" y="2101"/>
                  </a:cubicBezTo>
                  <a:cubicBezTo>
                    <a:pt x="1983" y="2216"/>
                    <a:pt x="1842" y="2268"/>
                    <a:pt x="1703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4" y="1135"/>
                    <a:pt x="1698" y="1135"/>
                  </a:cubicBezTo>
                  <a:close/>
                  <a:moveTo>
                    <a:pt x="1698" y="0"/>
                  </a:moveTo>
                  <a:cubicBezTo>
                    <a:pt x="1479" y="0"/>
                    <a:pt x="1259" y="42"/>
                    <a:pt x="1049" y="129"/>
                  </a:cubicBezTo>
                  <a:cubicBezTo>
                    <a:pt x="415" y="392"/>
                    <a:pt x="1" y="1011"/>
                    <a:pt x="1" y="1700"/>
                  </a:cubicBezTo>
                  <a:cubicBezTo>
                    <a:pt x="1" y="2639"/>
                    <a:pt x="759" y="3397"/>
                    <a:pt x="1698" y="3400"/>
                  </a:cubicBezTo>
                  <a:cubicBezTo>
                    <a:pt x="2386" y="3400"/>
                    <a:pt x="3005" y="2983"/>
                    <a:pt x="3268" y="2349"/>
                  </a:cubicBezTo>
                  <a:cubicBezTo>
                    <a:pt x="3531" y="1715"/>
                    <a:pt x="3386" y="984"/>
                    <a:pt x="2900" y="498"/>
                  </a:cubicBezTo>
                  <a:cubicBezTo>
                    <a:pt x="2574" y="173"/>
                    <a:pt x="2140" y="0"/>
                    <a:pt x="16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8646;p67">
              <a:extLst>
                <a:ext uri="{FF2B5EF4-FFF2-40B4-BE49-F238E27FC236}">
                  <a16:creationId xmlns:a16="http://schemas.microsoft.com/office/drawing/2014/main" id="{9B3FC1FA-3353-79D2-29E4-4F514BBDC253}"/>
                </a:ext>
              </a:extLst>
            </p:cNvPr>
            <p:cNvSpPr/>
            <p:nvPr/>
          </p:nvSpPr>
          <p:spPr>
            <a:xfrm>
              <a:off x="3441375" y="5192875"/>
              <a:ext cx="141475" cy="198175"/>
            </a:xfrm>
            <a:custGeom>
              <a:avLst/>
              <a:gdLst/>
              <a:ahLst/>
              <a:cxnLst/>
              <a:rect l="l" t="t" r="r" b="b"/>
              <a:pathLst>
                <a:path w="5659" h="7927" extrusionOk="0">
                  <a:moveTo>
                    <a:pt x="3397" y="1133"/>
                  </a:moveTo>
                  <a:lnTo>
                    <a:pt x="3397" y="6795"/>
                  </a:lnTo>
                  <a:lnTo>
                    <a:pt x="2265" y="6795"/>
                  </a:lnTo>
                  <a:lnTo>
                    <a:pt x="2265" y="1133"/>
                  </a:lnTo>
                  <a:close/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1133" y="1133"/>
                  </a:lnTo>
                  <a:lnTo>
                    <a:pt x="1133" y="6795"/>
                  </a:lnTo>
                  <a:lnTo>
                    <a:pt x="565" y="6795"/>
                  </a:lnTo>
                  <a:cubicBezTo>
                    <a:pt x="251" y="6795"/>
                    <a:pt x="1" y="7045"/>
                    <a:pt x="1" y="7359"/>
                  </a:cubicBezTo>
                  <a:cubicBezTo>
                    <a:pt x="1" y="7673"/>
                    <a:pt x="251" y="7927"/>
                    <a:pt x="565" y="7927"/>
                  </a:cubicBezTo>
                  <a:lnTo>
                    <a:pt x="5094" y="7927"/>
                  </a:lnTo>
                  <a:cubicBezTo>
                    <a:pt x="5408" y="7927"/>
                    <a:pt x="5659" y="7673"/>
                    <a:pt x="5659" y="7359"/>
                  </a:cubicBezTo>
                  <a:cubicBezTo>
                    <a:pt x="5659" y="7045"/>
                    <a:pt x="5408" y="6795"/>
                    <a:pt x="5094" y="6795"/>
                  </a:cubicBezTo>
                  <a:lnTo>
                    <a:pt x="4530" y="6795"/>
                  </a:lnTo>
                  <a:lnTo>
                    <a:pt x="4530" y="565"/>
                  </a:lnTo>
                  <a:cubicBezTo>
                    <a:pt x="4530" y="251"/>
                    <a:pt x="4276" y="1"/>
                    <a:pt x="39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4" name="Google Shape;9881;p71">
            <a:extLst>
              <a:ext uri="{FF2B5EF4-FFF2-40B4-BE49-F238E27FC236}">
                <a16:creationId xmlns:a16="http://schemas.microsoft.com/office/drawing/2014/main" id="{0ECC6CF8-E832-E1BA-0CDC-E4DD89F757FA}"/>
              </a:ext>
            </a:extLst>
          </p:cNvPr>
          <p:cNvGrpSpPr/>
          <p:nvPr/>
        </p:nvGrpSpPr>
        <p:grpSpPr>
          <a:xfrm>
            <a:off x="3435420" y="1786819"/>
            <a:ext cx="358229" cy="314961"/>
            <a:chOff x="-45664625" y="2352225"/>
            <a:chExt cx="300125" cy="263875"/>
          </a:xfrm>
          <a:solidFill>
            <a:schemeClr val="tx1"/>
          </a:solidFill>
        </p:grpSpPr>
        <p:sp>
          <p:nvSpPr>
            <p:cNvPr id="35" name="Google Shape;9882;p71">
              <a:extLst>
                <a:ext uri="{FF2B5EF4-FFF2-40B4-BE49-F238E27FC236}">
                  <a16:creationId xmlns:a16="http://schemas.microsoft.com/office/drawing/2014/main" id="{820A9AE3-397F-1C25-301A-70BCDE1F73DF}"/>
                </a:ext>
              </a:extLst>
            </p:cNvPr>
            <p:cNvSpPr/>
            <p:nvPr/>
          </p:nvSpPr>
          <p:spPr>
            <a:xfrm>
              <a:off x="-45664625" y="2352225"/>
              <a:ext cx="300125" cy="263875"/>
            </a:xfrm>
            <a:custGeom>
              <a:avLst/>
              <a:gdLst/>
              <a:ahLst/>
              <a:cxnLst/>
              <a:rect l="l" t="t" r="r" b="b"/>
              <a:pathLst>
                <a:path w="12005" h="10555" extrusionOk="0">
                  <a:moveTo>
                    <a:pt x="10965" y="694"/>
                  </a:moveTo>
                  <a:cubicBezTo>
                    <a:pt x="11154" y="694"/>
                    <a:pt x="11311" y="851"/>
                    <a:pt x="11311" y="1072"/>
                  </a:cubicBezTo>
                  <a:lnTo>
                    <a:pt x="11311" y="2836"/>
                  </a:lnTo>
                  <a:lnTo>
                    <a:pt x="726" y="2836"/>
                  </a:lnTo>
                  <a:lnTo>
                    <a:pt x="726" y="1072"/>
                  </a:lnTo>
                  <a:cubicBezTo>
                    <a:pt x="694" y="851"/>
                    <a:pt x="852" y="694"/>
                    <a:pt x="1072" y="694"/>
                  </a:cubicBezTo>
                  <a:close/>
                  <a:moveTo>
                    <a:pt x="11311" y="3498"/>
                  </a:moveTo>
                  <a:lnTo>
                    <a:pt x="11311" y="9484"/>
                  </a:lnTo>
                  <a:cubicBezTo>
                    <a:pt x="11311" y="9673"/>
                    <a:pt x="11154" y="9830"/>
                    <a:pt x="10933" y="9830"/>
                  </a:cubicBezTo>
                  <a:lnTo>
                    <a:pt x="1072" y="9830"/>
                  </a:lnTo>
                  <a:cubicBezTo>
                    <a:pt x="852" y="9830"/>
                    <a:pt x="694" y="9673"/>
                    <a:pt x="694" y="9484"/>
                  </a:cubicBezTo>
                  <a:lnTo>
                    <a:pt x="694" y="3498"/>
                  </a:ln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lnTo>
                    <a:pt x="10933" y="10555"/>
                  </a:lnTo>
                  <a:cubicBezTo>
                    <a:pt x="11532" y="10555"/>
                    <a:pt x="12004" y="10082"/>
                    <a:pt x="12004" y="9484"/>
                  </a:cubicBezTo>
                  <a:lnTo>
                    <a:pt x="12004" y="1040"/>
                  </a:lnTo>
                  <a:cubicBezTo>
                    <a:pt x="11973" y="473"/>
                    <a:pt x="11500" y="1"/>
                    <a:pt x="109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883;p71">
              <a:extLst>
                <a:ext uri="{FF2B5EF4-FFF2-40B4-BE49-F238E27FC236}">
                  <a16:creationId xmlns:a16="http://schemas.microsoft.com/office/drawing/2014/main" id="{1445EEE0-4CC5-2C2A-1D80-58E67F193FC9}"/>
                </a:ext>
              </a:extLst>
            </p:cNvPr>
            <p:cNvSpPr/>
            <p:nvPr/>
          </p:nvSpPr>
          <p:spPr>
            <a:xfrm>
              <a:off x="-45612625" y="2475100"/>
              <a:ext cx="55150" cy="88225"/>
            </a:xfrm>
            <a:custGeom>
              <a:avLst/>
              <a:gdLst/>
              <a:ahLst/>
              <a:cxnLst/>
              <a:rect l="l" t="t" r="r" b="b"/>
              <a:pathLst>
                <a:path w="2206" h="3529" extrusionOk="0">
                  <a:moveTo>
                    <a:pt x="1808" y="0"/>
                  </a:moveTo>
                  <a:cubicBezTo>
                    <a:pt x="1717" y="0"/>
                    <a:pt x="1623" y="32"/>
                    <a:pt x="1544" y="95"/>
                  </a:cubicBezTo>
                  <a:lnTo>
                    <a:pt x="126" y="1513"/>
                  </a:lnTo>
                  <a:cubicBezTo>
                    <a:pt x="0" y="1607"/>
                    <a:pt x="0" y="1859"/>
                    <a:pt x="126" y="2017"/>
                  </a:cubicBezTo>
                  <a:lnTo>
                    <a:pt x="1544" y="3434"/>
                  </a:lnTo>
                  <a:cubicBezTo>
                    <a:pt x="1607" y="3497"/>
                    <a:pt x="1694" y="3529"/>
                    <a:pt x="1784" y="3529"/>
                  </a:cubicBezTo>
                  <a:cubicBezTo>
                    <a:pt x="1875" y="3529"/>
                    <a:pt x="1969" y="3497"/>
                    <a:pt x="2048" y="3434"/>
                  </a:cubicBezTo>
                  <a:cubicBezTo>
                    <a:pt x="2174" y="3308"/>
                    <a:pt x="2174" y="3088"/>
                    <a:pt x="2048" y="2930"/>
                  </a:cubicBezTo>
                  <a:lnTo>
                    <a:pt x="914" y="1765"/>
                  </a:lnTo>
                  <a:lnTo>
                    <a:pt x="2048" y="631"/>
                  </a:lnTo>
                  <a:cubicBezTo>
                    <a:pt x="2206" y="473"/>
                    <a:pt x="2206" y="252"/>
                    <a:pt x="2048" y="95"/>
                  </a:cubicBezTo>
                  <a:cubicBezTo>
                    <a:pt x="1985" y="32"/>
                    <a:pt x="1898" y="0"/>
                    <a:pt x="18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9884;p71">
              <a:extLst>
                <a:ext uri="{FF2B5EF4-FFF2-40B4-BE49-F238E27FC236}">
                  <a16:creationId xmlns:a16="http://schemas.microsoft.com/office/drawing/2014/main" id="{6B3B26DA-47C2-E875-AE56-BBA9A147F633}"/>
                </a:ext>
              </a:extLst>
            </p:cNvPr>
            <p:cNvSpPr/>
            <p:nvPr/>
          </p:nvSpPr>
          <p:spPr>
            <a:xfrm>
              <a:off x="-45471650" y="2475100"/>
              <a:ext cx="54375" cy="86850"/>
            </a:xfrm>
            <a:custGeom>
              <a:avLst/>
              <a:gdLst/>
              <a:ahLst/>
              <a:cxnLst/>
              <a:rect l="l" t="t" r="r" b="b"/>
              <a:pathLst>
                <a:path w="2175" h="3474" extrusionOk="0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189"/>
                    <a:pt x="1" y="441"/>
                    <a:pt x="127" y="599"/>
                  </a:cubicBezTo>
                  <a:lnTo>
                    <a:pt x="1261" y="1733"/>
                  </a:lnTo>
                  <a:lnTo>
                    <a:pt x="127" y="2867"/>
                  </a:lnTo>
                  <a:cubicBezTo>
                    <a:pt x="1" y="2993"/>
                    <a:pt x="1" y="3245"/>
                    <a:pt x="127" y="3403"/>
                  </a:cubicBezTo>
                  <a:cubicBezTo>
                    <a:pt x="174" y="3450"/>
                    <a:pt x="261" y="3474"/>
                    <a:pt x="355" y="3474"/>
                  </a:cubicBezTo>
                  <a:cubicBezTo>
                    <a:pt x="450" y="3474"/>
                    <a:pt x="552" y="3450"/>
                    <a:pt x="631" y="3403"/>
                  </a:cubicBezTo>
                  <a:lnTo>
                    <a:pt x="2048" y="1985"/>
                  </a:lnTo>
                  <a:cubicBezTo>
                    <a:pt x="2174" y="1859"/>
                    <a:pt x="2174" y="1607"/>
                    <a:pt x="2048" y="1450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9885;p71">
              <a:extLst>
                <a:ext uri="{FF2B5EF4-FFF2-40B4-BE49-F238E27FC236}">
                  <a16:creationId xmlns:a16="http://schemas.microsoft.com/office/drawing/2014/main" id="{EB404A3A-4DFE-AD15-14FD-A3EDB2B4F79D}"/>
                </a:ext>
              </a:extLst>
            </p:cNvPr>
            <p:cNvSpPr/>
            <p:nvPr/>
          </p:nvSpPr>
          <p:spPr>
            <a:xfrm>
              <a:off x="-45542525" y="2456975"/>
              <a:ext cx="55150" cy="123300"/>
            </a:xfrm>
            <a:custGeom>
              <a:avLst/>
              <a:gdLst/>
              <a:ahLst/>
              <a:cxnLst/>
              <a:rect l="l" t="t" r="r" b="b"/>
              <a:pathLst>
                <a:path w="2206" h="4932" extrusionOk="0">
                  <a:moveTo>
                    <a:pt x="1791" y="0"/>
                  </a:moveTo>
                  <a:cubicBezTo>
                    <a:pt x="1651" y="0"/>
                    <a:pt x="1529" y="108"/>
                    <a:pt x="1481" y="253"/>
                  </a:cubicBezTo>
                  <a:lnTo>
                    <a:pt x="63" y="4474"/>
                  </a:lnTo>
                  <a:cubicBezTo>
                    <a:pt x="0" y="4664"/>
                    <a:pt x="126" y="4853"/>
                    <a:pt x="315" y="4916"/>
                  </a:cubicBezTo>
                  <a:cubicBezTo>
                    <a:pt x="349" y="4927"/>
                    <a:pt x="382" y="4932"/>
                    <a:pt x="415" y="4932"/>
                  </a:cubicBezTo>
                  <a:cubicBezTo>
                    <a:pt x="567" y="4932"/>
                    <a:pt x="704" y="4819"/>
                    <a:pt x="756" y="4664"/>
                  </a:cubicBezTo>
                  <a:lnTo>
                    <a:pt x="2174" y="442"/>
                  </a:lnTo>
                  <a:cubicBezTo>
                    <a:pt x="2206" y="284"/>
                    <a:pt x="2111" y="95"/>
                    <a:pt x="1922" y="32"/>
                  </a:cubicBezTo>
                  <a:cubicBezTo>
                    <a:pt x="1878" y="10"/>
                    <a:pt x="1834" y="0"/>
                    <a:pt x="17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9886;p71">
              <a:extLst>
                <a:ext uri="{FF2B5EF4-FFF2-40B4-BE49-F238E27FC236}">
                  <a16:creationId xmlns:a16="http://schemas.microsoft.com/office/drawing/2014/main" id="{26897D18-0977-FF97-01A4-8EC0B6146A71}"/>
                </a:ext>
              </a:extLst>
            </p:cNvPr>
            <p:cNvSpPr/>
            <p:nvPr/>
          </p:nvSpPr>
          <p:spPr>
            <a:xfrm>
              <a:off x="-45541750" y="23861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32" y="567"/>
                    <a:pt x="221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9887;p71">
              <a:extLst>
                <a:ext uri="{FF2B5EF4-FFF2-40B4-BE49-F238E27FC236}">
                  <a16:creationId xmlns:a16="http://schemas.microsoft.com/office/drawing/2014/main" id="{ED23C242-56FA-B7A0-2452-92FB2B5A4C51}"/>
                </a:ext>
              </a:extLst>
            </p:cNvPr>
            <p:cNvSpPr/>
            <p:nvPr/>
          </p:nvSpPr>
          <p:spPr>
            <a:xfrm>
              <a:off x="-45488175" y="23861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89"/>
                    <a:pt x="1260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9888;p71">
              <a:extLst>
                <a:ext uri="{FF2B5EF4-FFF2-40B4-BE49-F238E27FC236}">
                  <a16:creationId xmlns:a16="http://schemas.microsoft.com/office/drawing/2014/main" id="{614F500B-1756-4D34-DFC6-9E12E7E9AC08}"/>
                </a:ext>
              </a:extLst>
            </p:cNvPr>
            <p:cNvSpPr/>
            <p:nvPr/>
          </p:nvSpPr>
          <p:spPr>
            <a:xfrm>
              <a:off x="-45436200" y="23861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32" y="567"/>
                    <a:pt x="189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" name="Google Shape;8537;p67">
            <a:extLst>
              <a:ext uri="{FF2B5EF4-FFF2-40B4-BE49-F238E27FC236}">
                <a16:creationId xmlns:a16="http://schemas.microsoft.com/office/drawing/2014/main" id="{F9573910-AAEA-15F5-1B21-D0CFCD75A7DD}"/>
              </a:ext>
            </a:extLst>
          </p:cNvPr>
          <p:cNvGrpSpPr/>
          <p:nvPr/>
        </p:nvGrpSpPr>
        <p:grpSpPr>
          <a:xfrm>
            <a:off x="5636372" y="1771163"/>
            <a:ext cx="325626" cy="325694"/>
            <a:chOff x="6242825" y="2615925"/>
            <a:chExt cx="483125" cy="483225"/>
          </a:xfrm>
          <a:solidFill>
            <a:schemeClr val="tx1">
              <a:lumMod val="95000"/>
            </a:schemeClr>
          </a:solidFill>
        </p:grpSpPr>
        <p:sp>
          <p:nvSpPr>
            <p:cNvPr id="390" name="Google Shape;8538;p67">
              <a:extLst>
                <a:ext uri="{FF2B5EF4-FFF2-40B4-BE49-F238E27FC236}">
                  <a16:creationId xmlns:a16="http://schemas.microsoft.com/office/drawing/2014/main" id="{CBD1F399-9705-0B83-7CFD-6F150FB96795}"/>
                </a:ext>
              </a:extLst>
            </p:cNvPr>
            <p:cNvSpPr/>
            <p:nvPr/>
          </p:nvSpPr>
          <p:spPr>
            <a:xfrm>
              <a:off x="6242825" y="2672550"/>
              <a:ext cx="483125" cy="426600"/>
            </a:xfrm>
            <a:custGeom>
              <a:avLst/>
              <a:gdLst/>
              <a:ahLst/>
              <a:cxnLst/>
              <a:rect l="l" t="t" r="r" b="b"/>
              <a:pathLst>
                <a:path w="19325" h="17064" extrusionOk="0">
                  <a:moveTo>
                    <a:pt x="10230" y="2331"/>
                  </a:moveTo>
                  <a:cubicBezTo>
                    <a:pt x="11387" y="2603"/>
                    <a:pt x="12437" y="3687"/>
                    <a:pt x="13056" y="5299"/>
                  </a:cubicBezTo>
                  <a:cubicBezTo>
                    <a:pt x="13144" y="5524"/>
                    <a:pt x="13357" y="5662"/>
                    <a:pt x="13583" y="5662"/>
                  </a:cubicBezTo>
                  <a:cubicBezTo>
                    <a:pt x="13652" y="5662"/>
                    <a:pt x="13722" y="5649"/>
                    <a:pt x="13790" y="5623"/>
                  </a:cubicBezTo>
                  <a:cubicBezTo>
                    <a:pt x="14083" y="5511"/>
                    <a:pt x="14228" y="5185"/>
                    <a:pt x="14113" y="4892"/>
                  </a:cubicBezTo>
                  <a:cubicBezTo>
                    <a:pt x="13790" y="4049"/>
                    <a:pt x="13349" y="3307"/>
                    <a:pt x="12830" y="2712"/>
                  </a:cubicBezTo>
                  <a:lnTo>
                    <a:pt x="12830" y="2712"/>
                  </a:lnTo>
                  <a:cubicBezTo>
                    <a:pt x="13911" y="3029"/>
                    <a:pt x="14901" y="3512"/>
                    <a:pt x="15750" y="4143"/>
                  </a:cubicBezTo>
                  <a:cubicBezTo>
                    <a:pt x="16882" y="4988"/>
                    <a:pt x="17649" y="6024"/>
                    <a:pt x="17990" y="7147"/>
                  </a:cubicBezTo>
                  <a:cubicBezTo>
                    <a:pt x="17519" y="6915"/>
                    <a:pt x="17000" y="6794"/>
                    <a:pt x="16476" y="6794"/>
                  </a:cubicBezTo>
                  <a:cubicBezTo>
                    <a:pt x="16469" y="6794"/>
                    <a:pt x="16463" y="6794"/>
                    <a:pt x="16456" y="6794"/>
                  </a:cubicBezTo>
                  <a:cubicBezTo>
                    <a:pt x="15729" y="6794"/>
                    <a:pt x="15040" y="7012"/>
                    <a:pt x="14515" y="7404"/>
                  </a:cubicBezTo>
                  <a:cubicBezTo>
                    <a:pt x="14400" y="7492"/>
                    <a:pt x="14291" y="7588"/>
                    <a:pt x="14192" y="7694"/>
                  </a:cubicBezTo>
                  <a:cubicBezTo>
                    <a:pt x="14092" y="7588"/>
                    <a:pt x="13983" y="7492"/>
                    <a:pt x="13869" y="7404"/>
                  </a:cubicBezTo>
                  <a:cubicBezTo>
                    <a:pt x="13343" y="7012"/>
                    <a:pt x="12655" y="6794"/>
                    <a:pt x="11927" y="6794"/>
                  </a:cubicBezTo>
                  <a:cubicBezTo>
                    <a:pt x="11199" y="6794"/>
                    <a:pt x="10511" y="7012"/>
                    <a:pt x="9986" y="7404"/>
                  </a:cubicBezTo>
                  <a:cubicBezTo>
                    <a:pt x="9871" y="7492"/>
                    <a:pt x="9762" y="7588"/>
                    <a:pt x="9662" y="7694"/>
                  </a:cubicBezTo>
                  <a:cubicBezTo>
                    <a:pt x="9563" y="7588"/>
                    <a:pt x="9454" y="7492"/>
                    <a:pt x="9339" y="7404"/>
                  </a:cubicBezTo>
                  <a:cubicBezTo>
                    <a:pt x="8814" y="7012"/>
                    <a:pt x="8126" y="6794"/>
                    <a:pt x="7398" y="6794"/>
                  </a:cubicBezTo>
                  <a:cubicBezTo>
                    <a:pt x="6670" y="6794"/>
                    <a:pt x="5982" y="7012"/>
                    <a:pt x="5456" y="7404"/>
                  </a:cubicBezTo>
                  <a:cubicBezTo>
                    <a:pt x="5342" y="7492"/>
                    <a:pt x="5233" y="7588"/>
                    <a:pt x="5133" y="7694"/>
                  </a:cubicBezTo>
                  <a:cubicBezTo>
                    <a:pt x="5034" y="7588"/>
                    <a:pt x="4925" y="7492"/>
                    <a:pt x="4810" y="7404"/>
                  </a:cubicBezTo>
                  <a:cubicBezTo>
                    <a:pt x="4285" y="7012"/>
                    <a:pt x="3596" y="6794"/>
                    <a:pt x="2869" y="6794"/>
                  </a:cubicBezTo>
                  <a:cubicBezTo>
                    <a:pt x="2862" y="6794"/>
                    <a:pt x="2856" y="6794"/>
                    <a:pt x="2849" y="6794"/>
                  </a:cubicBezTo>
                  <a:cubicBezTo>
                    <a:pt x="2324" y="6794"/>
                    <a:pt x="1806" y="6915"/>
                    <a:pt x="1335" y="7147"/>
                  </a:cubicBezTo>
                  <a:cubicBezTo>
                    <a:pt x="1676" y="6024"/>
                    <a:pt x="2443" y="4988"/>
                    <a:pt x="3578" y="4143"/>
                  </a:cubicBezTo>
                  <a:cubicBezTo>
                    <a:pt x="4424" y="3512"/>
                    <a:pt x="5414" y="3029"/>
                    <a:pt x="6498" y="2712"/>
                  </a:cubicBezTo>
                  <a:lnTo>
                    <a:pt x="6498" y="2712"/>
                  </a:lnTo>
                  <a:cubicBezTo>
                    <a:pt x="5976" y="3307"/>
                    <a:pt x="5538" y="4049"/>
                    <a:pt x="5212" y="4892"/>
                  </a:cubicBezTo>
                  <a:cubicBezTo>
                    <a:pt x="5097" y="5185"/>
                    <a:pt x="5245" y="5511"/>
                    <a:pt x="5535" y="5623"/>
                  </a:cubicBezTo>
                  <a:cubicBezTo>
                    <a:pt x="5603" y="5649"/>
                    <a:pt x="5673" y="5662"/>
                    <a:pt x="5742" y="5662"/>
                  </a:cubicBezTo>
                  <a:cubicBezTo>
                    <a:pt x="5968" y="5662"/>
                    <a:pt x="6181" y="5524"/>
                    <a:pt x="6269" y="5299"/>
                  </a:cubicBezTo>
                  <a:cubicBezTo>
                    <a:pt x="6891" y="3687"/>
                    <a:pt x="7941" y="2603"/>
                    <a:pt x="9098" y="2331"/>
                  </a:cubicBezTo>
                  <a:lnTo>
                    <a:pt x="9098" y="5097"/>
                  </a:lnTo>
                  <a:cubicBezTo>
                    <a:pt x="9098" y="5408"/>
                    <a:pt x="9351" y="5662"/>
                    <a:pt x="9662" y="5662"/>
                  </a:cubicBezTo>
                  <a:cubicBezTo>
                    <a:pt x="9976" y="5662"/>
                    <a:pt x="10230" y="5408"/>
                    <a:pt x="10230" y="5097"/>
                  </a:cubicBezTo>
                  <a:lnTo>
                    <a:pt x="10230" y="2331"/>
                  </a:lnTo>
                  <a:close/>
                  <a:moveTo>
                    <a:pt x="9662" y="0"/>
                  </a:moveTo>
                  <a:cubicBezTo>
                    <a:pt x="9348" y="0"/>
                    <a:pt x="9098" y="254"/>
                    <a:pt x="9098" y="568"/>
                  </a:cubicBezTo>
                  <a:lnTo>
                    <a:pt x="9098" y="1145"/>
                  </a:lnTo>
                  <a:cubicBezTo>
                    <a:pt x="6764" y="1247"/>
                    <a:pt x="4584" y="1981"/>
                    <a:pt x="2899" y="3234"/>
                  </a:cubicBezTo>
                  <a:cubicBezTo>
                    <a:pt x="1030" y="4629"/>
                    <a:pt x="0" y="6495"/>
                    <a:pt x="0" y="8494"/>
                  </a:cubicBezTo>
                  <a:lnTo>
                    <a:pt x="0" y="9059"/>
                  </a:lnTo>
                  <a:cubicBezTo>
                    <a:pt x="0" y="9373"/>
                    <a:pt x="254" y="9626"/>
                    <a:pt x="568" y="9626"/>
                  </a:cubicBezTo>
                  <a:cubicBezTo>
                    <a:pt x="879" y="9626"/>
                    <a:pt x="1133" y="9373"/>
                    <a:pt x="1133" y="9059"/>
                  </a:cubicBezTo>
                  <a:cubicBezTo>
                    <a:pt x="1133" y="8455"/>
                    <a:pt x="1945" y="7926"/>
                    <a:pt x="2869" y="7926"/>
                  </a:cubicBezTo>
                  <a:cubicBezTo>
                    <a:pt x="3793" y="7926"/>
                    <a:pt x="4569" y="8446"/>
                    <a:pt x="4569" y="9059"/>
                  </a:cubicBezTo>
                  <a:cubicBezTo>
                    <a:pt x="4569" y="9373"/>
                    <a:pt x="4819" y="9623"/>
                    <a:pt x="5133" y="9623"/>
                  </a:cubicBezTo>
                  <a:cubicBezTo>
                    <a:pt x="5447" y="9623"/>
                    <a:pt x="5701" y="9373"/>
                    <a:pt x="5701" y="9059"/>
                  </a:cubicBezTo>
                  <a:cubicBezTo>
                    <a:pt x="5701" y="8446"/>
                    <a:pt x="6477" y="7926"/>
                    <a:pt x="7398" y="7926"/>
                  </a:cubicBezTo>
                  <a:cubicBezTo>
                    <a:pt x="8319" y="7926"/>
                    <a:pt x="9098" y="8446"/>
                    <a:pt x="9098" y="9059"/>
                  </a:cubicBezTo>
                  <a:lnTo>
                    <a:pt x="9098" y="9475"/>
                  </a:lnTo>
                  <a:cubicBezTo>
                    <a:pt x="9098" y="9500"/>
                    <a:pt x="9098" y="9527"/>
                    <a:pt x="9101" y="9551"/>
                  </a:cubicBezTo>
                  <a:cubicBezTo>
                    <a:pt x="9098" y="9575"/>
                    <a:pt x="9098" y="9602"/>
                    <a:pt x="9098" y="9626"/>
                  </a:cubicBezTo>
                  <a:lnTo>
                    <a:pt x="9098" y="14799"/>
                  </a:lnTo>
                  <a:cubicBezTo>
                    <a:pt x="9098" y="15424"/>
                    <a:pt x="8591" y="15931"/>
                    <a:pt x="7966" y="15931"/>
                  </a:cubicBezTo>
                  <a:cubicBezTo>
                    <a:pt x="7337" y="15931"/>
                    <a:pt x="6833" y="15424"/>
                    <a:pt x="6833" y="14799"/>
                  </a:cubicBezTo>
                  <a:lnTo>
                    <a:pt x="6833" y="14231"/>
                  </a:lnTo>
                  <a:cubicBezTo>
                    <a:pt x="6833" y="13920"/>
                    <a:pt x="6580" y="13666"/>
                    <a:pt x="6266" y="13666"/>
                  </a:cubicBezTo>
                  <a:cubicBezTo>
                    <a:pt x="5952" y="13666"/>
                    <a:pt x="5701" y="13920"/>
                    <a:pt x="5701" y="14231"/>
                  </a:cubicBezTo>
                  <a:lnTo>
                    <a:pt x="5701" y="14799"/>
                  </a:lnTo>
                  <a:cubicBezTo>
                    <a:pt x="5701" y="16049"/>
                    <a:pt x="6712" y="17063"/>
                    <a:pt x="7966" y="17063"/>
                  </a:cubicBezTo>
                  <a:cubicBezTo>
                    <a:pt x="9216" y="17063"/>
                    <a:pt x="10230" y="16049"/>
                    <a:pt x="10230" y="14799"/>
                  </a:cubicBezTo>
                  <a:lnTo>
                    <a:pt x="10230" y="9626"/>
                  </a:lnTo>
                  <a:cubicBezTo>
                    <a:pt x="10227" y="9599"/>
                    <a:pt x="10227" y="9575"/>
                    <a:pt x="10224" y="9551"/>
                  </a:cubicBezTo>
                  <a:cubicBezTo>
                    <a:pt x="10227" y="9524"/>
                    <a:pt x="10227" y="9500"/>
                    <a:pt x="10230" y="9475"/>
                  </a:cubicBezTo>
                  <a:lnTo>
                    <a:pt x="10230" y="9059"/>
                  </a:lnTo>
                  <a:cubicBezTo>
                    <a:pt x="10230" y="8446"/>
                    <a:pt x="11006" y="7926"/>
                    <a:pt x="11927" y="7926"/>
                  </a:cubicBezTo>
                  <a:cubicBezTo>
                    <a:pt x="12848" y="7926"/>
                    <a:pt x="13627" y="8446"/>
                    <a:pt x="13627" y="9059"/>
                  </a:cubicBezTo>
                  <a:cubicBezTo>
                    <a:pt x="13627" y="9373"/>
                    <a:pt x="13878" y="9623"/>
                    <a:pt x="14192" y="9623"/>
                  </a:cubicBezTo>
                  <a:cubicBezTo>
                    <a:pt x="14506" y="9623"/>
                    <a:pt x="14759" y="9373"/>
                    <a:pt x="14759" y="9059"/>
                  </a:cubicBezTo>
                  <a:cubicBezTo>
                    <a:pt x="14759" y="8446"/>
                    <a:pt x="15535" y="7926"/>
                    <a:pt x="16456" y="7926"/>
                  </a:cubicBezTo>
                  <a:cubicBezTo>
                    <a:pt x="17377" y="7926"/>
                    <a:pt x="18192" y="8455"/>
                    <a:pt x="18192" y="9059"/>
                  </a:cubicBezTo>
                  <a:cubicBezTo>
                    <a:pt x="18192" y="9373"/>
                    <a:pt x="18446" y="9623"/>
                    <a:pt x="18760" y="9623"/>
                  </a:cubicBezTo>
                  <a:cubicBezTo>
                    <a:pt x="19071" y="9623"/>
                    <a:pt x="19325" y="9373"/>
                    <a:pt x="19325" y="9059"/>
                  </a:cubicBezTo>
                  <a:lnTo>
                    <a:pt x="19325" y="8494"/>
                  </a:lnTo>
                  <a:cubicBezTo>
                    <a:pt x="19325" y="6495"/>
                    <a:pt x="18295" y="4629"/>
                    <a:pt x="16426" y="3234"/>
                  </a:cubicBezTo>
                  <a:cubicBezTo>
                    <a:pt x="14744" y="1981"/>
                    <a:pt x="12561" y="1247"/>
                    <a:pt x="10230" y="1145"/>
                  </a:cubicBezTo>
                  <a:lnTo>
                    <a:pt x="10230" y="568"/>
                  </a:lnTo>
                  <a:cubicBezTo>
                    <a:pt x="10230" y="254"/>
                    <a:pt x="9976" y="0"/>
                    <a:pt x="9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1" name="Google Shape;8539;p67">
              <a:extLst>
                <a:ext uri="{FF2B5EF4-FFF2-40B4-BE49-F238E27FC236}">
                  <a16:creationId xmlns:a16="http://schemas.microsoft.com/office/drawing/2014/main" id="{E444BA4C-7846-F959-91A0-4F19DC057221}"/>
                </a:ext>
              </a:extLst>
            </p:cNvPr>
            <p:cNvSpPr/>
            <p:nvPr/>
          </p:nvSpPr>
          <p:spPr>
            <a:xfrm>
              <a:off x="6413650" y="2615925"/>
              <a:ext cx="28325" cy="56650"/>
            </a:xfrm>
            <a:custGeom>
              <a:avLst/>
              <a:gdLst/>
              <a:ahLst/>
              <a:cxnLst/>
              <a:rect l="l" t="t" r="r" b="b"/>
              <a:pathLst>
                <a:path w="1133" h="2266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lnTo>
                    <a:pt x="0" y="1701"/>
                  </a:lnTo>
                  <a:cubicBezTo>
                    <a:pt x="0" y="2012"/>
                    <a:pt x="251" y="2265"/>
                    <a:pt x="565" y="2265"/>
                  </a:cubicBezTo>
                  <a:cubicBezTo>
                    <a:pt x="879" y="2265"/>
                    <a:pt x="1133" y="2012"/>
                    <a:pt x="1133" y="1701"/>
                  </a:cubicBezTo>
                  <a:lnTo>
                    <a:pt x="1133" y="568"/>
                  </a:ln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2" name="Google Shape;8540;p67">
              <a:extLst>
                <a:ext uri="{FF2B5EF4-FFF2-40B4-BE49-F238E27FC236}">
                  <a16:creationId xmlns:a16="http://schemas.microsoft.com/office/drawing/2014/main" id="{E8F6BE19-7826-424B-6924-037655EC4AE4}"/>
                </a:ext>
              </a:extLst>
            </p:cNvPr>
            <p:cNvSpPr/>
            <p:nvPr/>
          </p:nvSpPr>
          <p:spPr>
            <a:xfrm>
              <a:off x="6526875" y="2615925"/>
              <a:ext cx="28325" cy="56650"/>
            </a:xfrm>
            <a:custGeom>
              <a:avLst/>
              <a:gdLst/>
              <a:ahLst/>
              <a:cxnLst/>
              <a:rect l="l" t="t" r="r" b="b"/>
              <a:pathLst>
                <a:path w="1133" h="2266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lnTo>
                    <a:pt x="0" y="1701"/>
                  </a:lnTo>
                  <a:cubicBezTo>
                    <a:pt x="0" y="2012"/>
                    <a:pt x="251" y="2265"/>
                    <a:pt x="565" y="2265"/>
                  </a:cubicBezTo>
                  <a:cubicBezTo>
                    <a:pt x="879" y="2265"/>
                    <a:pt x="1133" y="2012"/>
                    <a:pt x="1133" y="1701"/>
                  </a:cubicBezTo>
                  <a:lnTo>
                    <a:pt x="1133" y="568"/>
                  </a:ln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3" name="Google Shape;8541;p67">
              <a:extLst>
                <a:ext uri="{FF2B5EF4-FFF2-40B4-BE49-F238E27FC236}">
                  <a16:creationId xmlns:a16="http://schemas.microsoft.com/office/drawing/2014/main" id="{3A047985-427F-758E-473E-B692BA907263}"/>
                </a:ext>
              </a:extLst>
            </p:cNvPr>
            <p:cNvSpPr/>
            <p:nvPr/>
          </p:nvSpPr>
          <p:spPr>
            <a:xfrm>
              <a:off x="6611800" y="2644250"/>
              <a:ext cx="28325" cy="56625"/>
            </a:xfrm>
            <a:custGeom>
              <a:avLst/>
              <a:gdLst/>
              <a:ahLst/>
              <a:cxnLst/>
              <a:rect l="l" t="t" r="r" b="b"/>
              <a:pathLst>
                <a:path w="1133" h="2265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lnTo>
                    <a:pt x="0" y="1700"/>
                  </a:lnTo>
                  <a:cubicBezTo>
                    <a:pt x="0" y="2011"/>
                    <a:pt x="251" y="2265"/>
                    <a:pt x="565" y="2265"/>
                  </a:cubicBezTo>
                  <a:cubicBezTo>
                    <a:pt x="879" y="2265"/>
                    <a:pt x="1133" y="2011"/>
                    <a:pt x="1133" y="1700"/>
                  </a:cubicBezTo>
                  <a:lnTo>
                    <a:pt x="1133" y="568"/>
                  </a:lnTo>
                  <a:cubicBezTo>
                    <a:pt x="1133" y="254"/>
                    <a:pt x="879" y="0"/>
                    <a:pt x="5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4" name="Google Shape;8542;p67">
              <a:extLst>
                <a:ext uri="{FF2B5EF4-FFF2-40B4-BE49-F238E27FC236}">
                  <a16:creationId xmlns:a16="http://schemas.microsoft.com/office/drawing/2014/main" id="{24C23DAA-4D82-0EB3-F1AA-164DEB7737D1}"/>
                </a:ext>
              </a:extLst>
            </p:cNvPr>
            <p:cNvSpPr/>
            <p:nvPr/>
          </p:nvSpPr>
          <p:spPr>
            <a:xfrm>
              <a:off x="6328725" y="2644250"/>
              <a:ext cx="28325" cy="56625"/>
            </a:xfrm>
            <a:custGeom>
              <a:avLst/>
              <a:gdLst/>
              <a:ahLst/>
              <a:cxnLst/>
              <a:rect l="l" t="t" r="r" b="b"/>
              <a:pathLst>
                <a:path w="1133" h="2265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lnTo>
                    <a:pt x="0" y="1700"/>
                  </a:lnTo>
                  <a:cubicBezTo>
                    <a:pt x="0" y="2011"/>
                    <a:pt x="251" y="2265"/>
                    <a:pt x="565" y="2265"/>
                  </a:cubicBezTo>
                  <a:cubicBezTo>
                    <a:pt x="879" y="2265"/>
                    <a:pt x="1133" y="2011"/>
                    <a:pt x="1133" y="1700"/>
                  </a:cubicBezTo>
                  <a:lnTo>
                    <a:pt x="1133" y="568"/>
                  </a:lnTo>
                  <a:cubicBezTo>
                    <a:pt x="1133" y="254"/>
                    <a:pt x="879" y="0"/>
                    <a:pt x="5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95" name="Google Shape;9894;p71">
            <a:extLst>
              <a:ext uri="{FF2B5EF4-FFF2-40B4-BE49-F238E27FC236}">
                <a16:creationId xmlns:a16="http://schemas.microsoft.com/office/drawing/2014/main" id="{B0114602-6458-FC8B-A91D-990B2408424C}"/>
              </a:ext>
            </a:extLst>
          </p:cNvPr>
          <p:cNvGrpSpPr/>
          <p:nvPr/>
        </p:nvGrpSpPr>
        <p:grpSpPr>
          <a:xfrm>
            <a:off x="5046630" y="3045897"/>
            <a:ext cx="359154" cy="360109"/>
            <a:chOff x="-44528075" y="1982825"/>
            <a:chExt cx="300900" cy="301700"/>
          </a:xfrm>
          <a:solidFill>
            <a:schemeClr val="tx1">
              <a:lumMod val="95000"/>
            </a:schemeClr>
          </a:solidFill>
        </p:grpSpPr>
        <p:sp>
          <p:nvSpPr>
            <p:cNvPr id="396" name="Google Shape;9895;p71">
              <a:extLst>
                <a:ext uri="{FF2B5EF4-FFF2-40B4-BE49-F238E27FC236}">
                  <a16:creationId xmlns:a16="http://schemas.microsoft.com/office/drawing/2014/main" id="{B689C862-8367-10F7-6E5D-3BCF26DB573A}"/>
                </a:ext>
              </a:extLst>
            </p:cNvPr>
            <p:cNvSpPr/>
            <p:nvPr/>
          </p:nvSpPr>
          <p:spPr>
            <a:xfrm>
              <a:off x="-44528075" y="1982825"/>
              <a:ext cx="300900" cy="301700"/>
            </a:xfrm>
            <a:custGeom>
              <a:avLst/>
              <a:gdLst/>
              <a:ahLst/>
              <a:cxnLst/>
              <a:rect l="l" t="t" r="r" b="b"/>
              <a:pathLst>
                <a:path w="12036" h="12068" extrusionOk="0">
                  <a:moveTo>
                    <a:pt x="9547" y="2175"/>
                  </a:moveTo>
                  <a:cubicBezTo>
                    <a:pt x="9736" y="2175"/>
                    <a:pt x="9893" y="2332"/>
                    <a:pt x="9893" y="2521"/>
                  </a:cubicBezTo>
                  <a:lnTo>
                    <a:pt x="9893" y="9547"/>
                  </a:lnTo>
                  <a:cubicBezTo>
                    <a:pt x="9893" y="9736"/>
                    <a:pt x="9736" y="9893"/>
                    <a:pt x="9547" y="9893"/>
                  </a:cubicBezTo>
                  <a:lnTo>
                    <a:pt x="2552" y="9893"/>
                  </a:lnTo>
                  <a:cubicBezTo>
                    <a:pt x="2332" y="9893"/>
                    <a:pt x="2206" y="9736"/>
                    <a:pt x="2206" y="9547"/>
                  </a:cubicBezTo>
                  <a:lnTo>
                    <a:pt x="2206" y="2521"/>
                  </a:lnTo>
                  <a:cubicBezTo>
                    <a:pt x="2206" y="2332"/>
                    <a:pt x="2332" y="2175"/>
                    <a:pt x="2552" y="21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9"/>
                  </a:lnTo>
                  <a:lnTo>
                    <a:pt x="2458" y="1419"/>
                  </a:lnTo>
                  <a:cubicBezTo>
                    <a:pt x="1891" y="1419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2"/>
                    <a:pt x="1" y="4601"/>
                  </a:cubicBezTo>
                  <a:cubicBezTo>
                    <a:pt x="1" y="4821"/>
                    <a:pt x="158" y="4979"/>
                    <a:pt x="347" y="4979"/>
                  </a:cubicBezTo>
                  <a:lnTo>
                    <a:pt x="1418" y="4979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90"/>
                  </a:lnTo>
                  <a:lnTo>
                    <a:pt x="347" y="7090"/>
                  </a:lnTo>
                  <a:cubicBezTo>
                    <a:pt x="158" y="7090"/>
                    <a:pt x="1" y="7247"/>
                    <a:pt x="1" y="7436"/>
                  </a:cubicBezTo>
                  <a:cubicBezTo>
                    <a:pt x="1" y="7657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50"/>
                    <a:pt x="2458" y="10650"/>
                  </a:cubicBezTo>
                  <a:lnTo>
                    <a:pt x="2836" y="10650"/>
                  </a:lnTo>
                  <a:lnTo>
                    <a:pt x="2836" y="11689"/>
                  </a:lnTo>
                  <a:cubicBezTo>
                    <a:pt x="2836" y="11910"/>
                    <a:pt x="2994" y="12067"/>
                    <a:pt x="3183" y="12067"/>
                  </a:cubicBezTo>
                  <a:cubicBezTo>
                    <a:pt x="3372" y="12067"/>
                    <a:pt x="3529" y="11910"/>
                    <a:pt x="3529" y="11689"/>
                  </a:cubicBezTo>
                  <a:lnTo>
                    <a:pt x="3529" y="10555"/>
                  </a:lnTo>
                  <a:lnTo>
                    <a:pt x="4254" y="10555"/>
                  </a:lnTo>
                  <a:lnTo>
                    <a:pt x="4254" y="11626"/>
                  </a:lnTo>
                  <a:cubicBezTo>
                    <a:pt x="4254" y="11815"/>
                    <a:pt x="4411" y="11973"/>
                    <a:pt x="4600" y="11973"/>
                  </a:cubicBezTo>
                  <a:cubicBezTo>
                    <a:pt x="4789" y="11973"/>
                    <a:pt x="4947" y="11815"/>
                    <a:pt x="4947" y="11626"/>
                  </a:cubicBezTo>
                  <a:lnTo>
                    <a:pt x="4947" y="10555"/>
                  </a:lnTo>
                  <a:lnTo>
                    <a:pt x="5671" y="10555"/>
                  </a:lnTo>
                  <a:lnTo>
                    <a:pt x="5671" y="11626"/>
                  </a:lnTo>
                  <a:cubicBezTo>
                    <a:pt x="5671" y="11815"/>
                    <a:pt x="5829" y="11973"/>
                    <a:pt x="6018" y="11973"/>
                  </a:cubicBezTo>
                  <a:cubicBezTo>
                    <a:pt x="6207" y="11973"/>
                    <a:pt x="6365" y="11815"/>
                    <a:pt x="6365" y="11626"/>
                  </a:cubicBezTo>
                  <a:lnTo>
                    <a:pt x="6365" y="10555"/>
                  </a:lnTo>
                  <a:lnTo>
                    <a:pt x="7089" y="10555"/>
                  </a:lnTo>
                  <a:lnTo>
                    <a:pt x="7089" y="11626"/>
                  </a:lnTo>
                  <a:cubicBezTo>
                    <a:pt x="7089" y="11815"/>
                    <a:pt x="7247" y="11973"/>
                    <a:pt x="7436" y="11973"/>
                  </a:cubicBezTo>
                  <a:cubicBezTo>
                    <a:pt x="7625" y="11973"/>
                    <a:pt x="7782" y="11815"/>
                    <a:pt x="7782" y="11626"/>
                  </a:cubicBezTo>
                  <a:lnTo>
                    <a:pt x="7782" y="10555"/>
                  </a:lnTo>
                  <a:lnTo>
                    <a:pt x="8507" y="10555"/>
                  </a:lnTo>
                  <a:lnTo>
                    <a:pt x="8507" y="11626"/>
                  </a:lnTo>
                  <a:cubicBezTo>
                    <a:pt x="8507" y="11815"/>
                    <a:pt x="8664" y="11973"/>
                    <a:pt x="8853" y="11973"/>
                  </a:cubicBezTo>
                  <a:cubicBezTo>
                    <a:pt x="9042" y="11973"/>
                    <a:pt x="9200" y="11815"/>
                    <a:pt x="9200" y="11626"/>
                  </a:cubicBezTo>
                  <a:lnTo>
                    <a:pt x="9200" y="10555"/>
                  </a:lnTo>
                  <a:lnTo>
                    <a:pt x="9547" y="10555"/>
                  </a:lnTo>
                  <a:cubicBezTo>
                    <a:pt x="10145" y="10555"/>
                    <a:pt x="10618" y="10082"/>
                    <a:pt x="10618" y="9484"/>
                  </a:cubicBezTo>
                  <a:lnTo>
                    <a:pt x="10618" y="9137"/>
                  </a:lnTo>
                  <a:lnTo>
                    <a:pt x="11689" y="9137"/>
                  </a:lnTo>
                  <a:cubicBezTo>
                    <a:pt x="11878" y="9137"/>
                    <a:pt x="12035" y="8980"/>
                    <a:pt x="12035" y="8791"/>
                  </a:cubicBezTo>
                  <a:cubicBezTo>
                    <a:pt x="12035" y="8602"/>
                    <a:pt x="11878" y="8444"/>
                    <a:pt x="11689" y="8444"/>
                  </a:cubicBezTo>
                  <a:lnTo>
                    <a:pt x="10618" y="8444"/>
                  </a:lnTo>
                  <a:lnTo>
                    <a:pt x="10618" y="7720"/>
                  </a:lnTo>
                  <a:lnTo>
                    <a:pt x="11689" y="7720"/>
                  </a:lnTo>
                  <a:cubicBezTo>
                    <a:pt x="11878" y="7720"/>
                    <a:pt x="12035" y="7562"/>
                    <a:pt x="12035" y="7373"/>
                  </a:cubicBezTo>
                  <a:cubicBezTo>
                    <a:pt x="12035" y="7153"/>
                    <a:pt x="11878" y="6995"/>
                    <a:pt x="11689" y="6995"/>
                  </a:cubicBezTo>
                  <a:lnTo>
                    <a:pt x="10618" y="6995"/>
                  </a:lnTo>
                  <a:lnTo>
                    <a:pt x="10618" y="6302"/>
                  </a:lnTo>
                  <a:lnTo>
                    <a:pt x="11689" y="6302"/>
                  </a:lnTo>
                  <a:cubicBezTo>
                    <a:pt x="11878" y="6302"/>
                    <a:pt x="12035" y="6144"/>
                    <a:pt x="12035" y="5955"/>
                  </a:cubicBezTo>
                  <a:cubicBezTo>
                    <a:pt x="12035" y="5735"/>
                    <a:pt x="11878" y="5577"/>
                    <a:pt x="11689" y="5577"/>
                  </a:cubicBezTo>
                  <a:lnTo>
                    <a:pt x="10618" y="5577"/>
                  </a:lnTo>
                  <a:lnTo>
                    <a:pt x="10618" y="4884"/>
                  </a:lnTo>
                  <a:lnTo>
                    <a:pt x="11689" y="4884"/>
                  </a:lnTo>
                  <a:lnTo>
                    <a:pt x="11689" y="4979"/>
                  </a:lnTo>
                  <a:cubicBezTo>
                    <a:pt x="11878" y="4979"/>
                    <a:pt x="12035" y="4821"/>
                    <a:pt x="12035" y="4601"/>
                  </a:cubicBezTo>
                  <a:cubicBezTo>
                    <a:pt x="12035" y="4412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5" y="3372"/>
                    <a:pt x="12035" y="3183"/>
                  </a:cubicBezTo>
                  <a:cubicBezTo>
                    <a:pt x="12035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9"/>
                    <a:pt x="9547" y="1419"/>
                  </a:cubicBezTo>
                  <a:lnTo>
                    <a:pt x="9200" y="1419"/>
                  </a:lnTo>
                  <a:lnTo>
                    <a:pt x="9200" y="347"/>
                  </a:lnTo>
                  <a:cubicBezTo>
                    <a:pt x="9200" y="158"/>
                    <a:pt x="9042" y="1"/>
                    <a:pt x="8853" y="1"/>
                  </a:cubicBezTo>
                  <a:cubicBezTo>
                    <a:pt x="8664" y="1"/>
                    <a:pt x="8507" y="158"/>
                    <a:pt x="8507" y="347"/>
                  </a:cubicBezTo>
                  <a:lnTo>
                    <a:pt x="8507" y="1419"/>
                  </a:lnTo>
                  <a:lnTo>
                    <a:pt x="7782" y="1419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9"/>
                  </a:lnTo>
                  <a:lnTo>
                    <a:pt x="6365" y="1419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1" y="158"/>
                    <a:pt x="5671" y="347"/>
                  </a:cubicBezTo>
                  <a:lnTo>
                    <a:pt x="5671" y="1419"/>
                  </a:lnTo>
                  <a:lnTo>
                    <a:pt x="4947" y="1419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9"/>
                  </a:lnTo>
                  <a:lnTo>
                    <a:pt x="3529" y="1419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9896;p71">
              <a:extLst>
                <a:ext uri="{FF2B5EF4-FFF2-40B4-BE49-F238E27FC236}">
                  <a16:creationId xmlns:a16="http://schemas.microsoft.com/office/drawing/2014/main" id="{4B13583F-4FE7-7C64-E142-AE39D6E160EC}"/>
                </a:ext>
              </a:extLst>
            </p:cNvPr>
            <p:cNvSpPr/>
            <p:nvPr/>
          </p:nvSpPr>
          <p:spPr>
            <a:xfrm>
              <a:off x="-44455600" y="20537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9897;p71">
              <a:extLst>
                <a:ext uri="{FF2B5EF4-FFF2-40B4-BE49-F238E27FC236}">
                  <a16:creationId xmlns:a16="http://schemas.microsoft.com/office/drawing/2014/main" id="{FF1FABEB-8839-1B63-9F63-CEE1025E5D99}"/>
                </a:ext>
              </a:extLst>
            </p:cNvPr>
            <p:cNvSpPr/>
            <p:nvPr/>
          </p:nvSpPr>
          <p:spPr>
            <a:xfrm>
              <a:off x="-44455600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9898;p71">
              <a:extLst>
                <a:ext uri="{FF2B5EF4-FFF2-40B4-BE49-F238E27FC236}">
                  <a16:creationId xmlns:a16="http://schemas.microsoft.com/office/drawing/2014/main" id="{BB958F9F-1BBB-B7DF-454B-F833AC02C834}"/>
                </a:ext>
              </a:extLst>
            </p:cNvPr>
            <p:cNvSpPr/>
            <p:nvPr/>
          </p:nvSpPr>
          <p:spPr>
            <a:xfrm>
              <a:off x="-44314625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9899;p71">
              <a:extLst>
                <a:ext uri="{FF2B5EF4-FFF2-40B4-BE49-F238E27FC236}">
                  <a16:creationId xmlns:a16="http://schemas.microsoft.com/office/drawing/2014/main" id="{D5371B56-291C-9329-CB20-CDE194EA4309}"/>
                </a:ext>
              </a:extLst>
            </p:cNvPr>
            <p:cNvSpPr/>
            <p:nvPr/>
          </p:nvSpPr>
          <p:spPr>
            <a:xfrm>
              <a:off x="-44314625" y="20537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9900;p71">
              <a:extLst>
                <a:ext uri="{FF2B5EF4-FFF2-40B4-BE49-F238E27FC236}">
                  <a16:creationId xmlns:a16="http://schemas.microsoft.com/office/drawing/2014/main" id="{22CF89CC-B36D-767C-B392-33E1F944FE62}"/>
                </a:ext>
              </a:extLst>
            </p:cNvPr>
            <p:cNvSpPr/>
            <p:nvPr/>
          </p:nvSpPr>
          <p:spPr>
            <a:xfrm>
              <a:off x="-44447725" y="2062375"/>
              <a:ext cx="143350" cy="140225"/>
            </a:xfrm>
            <a:custGeom>
              <a:avLst/>
              <a:gdLst/>
              <a:ahLst/>
              <a:cxnLst/>
              <a:rect l="l" t="t" r="r" b="b"/>
              <a:pathLst>
                <a:path w="5734" h="5609" extrusionOk="0">
                  <a:moveTo>
                    <a:pt x="3182" y="757"/>
                  </a:moveTo>
                  <a:lnTo>
                    <a:pt x="3182" y="883"/>
                  </a:lnTo>
                  <a:cubicBezTo>
                    <a:pt x="3182" y="1041"/>
                    <a:pt x="3277" y="1167"/>
                    <a:pt x="3434" y="1198"/>
                  </a:cubicBezTo>
                  <a:cubicBezTo>
                    <a:pt x="3623" y="1261"/>
                    <a:pt x="3812" y="1387"/>
                    <a:pt x="3970" y="1513"/>
                  </a:cubicBezTo>
                  <a:cubicBezTo>
                    <a:pt x="4049" y="1553"/>
                    <a:pt x="4142" y="1593"/>
                    <a:pt x="4231" y="1593"/>
                  </a:cubicBezTo>
                  <a:cubicBezTo>
                    <a:pt x="4282" y="1593"/>
                    <a:pt x="4333" y="1579"/>
                    <a:pt x="4379" y="1545"/>
                  </a:cubicBezTo>
                  <a:lnTo>
                    <a:pt x="4505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00" y="2206"/>
                    <a:pt x="4537" y="2364"/>
                    <a:pt x="4568" y="2490"/>
                  </a:cubicBezTo>
                  <a:cubicBezTo>
                    <a:pt x="4600" y="2710"/>
                    <a:pt x="4600" y="2899"/>
                    <a:pt x="4568" y="3120"/>
                  </a:cubicBezTo>
                  <a:cubicBezTo>
                    <a:pt x="4537" y="3277"/>
                    <a:pt x="4600" y="3403"/>
                    <a:pt x="4726" y="3466"/>
                  </a:cubicBezTo>
                  <a:lnTo>
                    <a:pt x="4852" y="3561"/>
                  </a:lnTo>
                  <a:lnTo>
                    <a:pt x="4505" y="4128"/>
                  </a:lnTo>
                  <a:lnTo>
                    <a:pt x="4379" y="4065"/>
                  </a:lnTo>
                  <a:cubicBezTo>
                    <a:pt x="4323" y="4037"/>
                    <a:pt x="4260" y="4021"/>
                    <a:pt x="4196" y="4021"/>
                  </a:cubicBezTo>
                  <a:cubicBezTo>
                    <a:pt x="4118" y="4021"/>
                    <a:pt x="4039" y="4044"/>
                    <a:pt x="3970" y="4097"/>
                  </a:cubicBezTo>
                  <a:cubicBezTo>
                    <a:pt x="3812" y="4254"/>
                    <a:pt x="3623" y="4349"/>
                    <a:pt x="3434" y="4412"/>
                  </a:cubicBezTo>
                  <a:cubicBezTo>
                    <a:pt x="3277" y="4475"/>
                    <a:pt x="3182" y="4632"/>
                    <a:pt x="3182" y="4727"/>
                  </a:cubicBezTo>
                  <a:lnTo>
                    <a:pt x="3182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394" y="4475"/>
                    <a:pt x="2237" y="4412"/>
                  </a:cubicBezTo>
                  <a:cubicBezTo>
                    <a:pt x="2048" y="4349"/>
                    <a:pt x="1859" y="4223"/>
                    <a:pt x="1701" y="4097"/>
                  </a:cubicBezTo>
                  <a:cubicBezTo>
                    <a:pt x="1622" y="4057"/>
                    <a:pt x="1529" y="4017"/>
                    <a:pt x="1440" y="4017"/>
                  </a:cubicBezTo>
                  <a:cubicBezTo>
                    <a:pt x="1389" y="4017"/>
                    <a:pt x="1338" y="4030"/>
                    <a:pt x="1292" y="4065"/>
                  </a:cubicBezTo>
                  <a:lnTo>
                    <a:pt x="1166" y="4128"/>
                  </a:lnTo>
                  <a:lnTo>
                    <a:pt x="819" y="3561"/>
                  </a:lnTo>
                  <a:lnTo>
                    <a:pt x="945" y="3466"/>
                  </a:lnTo>
                  <a:cubicBezTo>
                    <a:pt x="1071" y="3403"/>
                    <a:pt x="1134" y="3246"/>
                    <a:pt x="1103" y="3120"/>
                  </a:cubicBezTo>
                  <a:cubicBezTo>
                    <a:pt x="1071" y="2899"/>
                    <a:pt x="1071" y="2710"/>
                    <a:pt x="1103" y="2490"/>
                  </a:cubicBezTo>
                  <a:cubicBezTo>
                    <a:pt x="1134" y="2332"/>
                    <a:pt x="1071" y="2206"/>
                    <a:pt x="945" y="2143"/>
                  </a:cubicBezTo>
                  <a:lnTo>
                    <a:pt x="819" y="2049"/>
                  </a:lnTo>
                  <a:lnTo>
                    <a:pt x="1166" y="1482"/>
                  </a:lnTo>
                  <a:lnTo>
                    <a:pt x="1292" y="1545"/>
                  </a:lnTo>
                  <a:cubicBezTo>
                    <a:pt x="1350" y="1589"/>
                    <a:pt x="1416" y="1612"/>
                    <a:pt x="1481" y="1612"/>
                  </a:cubicBezTo>
                  <a:cubicBezTo>
                    <a:pt x="1557" y="1612"/>
                    <a:pt x="1634" y="1581"/>
                    <a:pt x="1701" y="1513"/>
                  </a:cubicBezTo>
                  <a:cubicBezTo>
                    <a:pt x="1859" y="1356"/>
                    <a:pt x="2048" y="1261"/>
                    <a:pt x="2237" y="1198"/>
                  </a:cubicBezTo>
                  <a:cubicBezTo>
                    <a:pt x="2394" y="1167"/>
                    <a:pt x="2489" y="1009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53" y="1"/>
                    <a:pt x="1796" y="158"/>
                    <a:pt x="1796" y="347"/>
                  </a:cubicBezTo>
                  <a:lnTo>
                    <a:pt x="1796" y="599"/>
                  </a:lnTo>
                  <a:cubicBezTo>
                    <a:pt x="1701" y="631"/>
                    <a:pt x="1575" y="726"/>
                    <a:pt x="1481" y="789"/>
                  </a:cubicBezTo>
                  <a:lnTo>
                    <a:pt x="1292" y="663"/>
                  </a:lnTo>
                  <a:cubicBezTo>
                    <a:pt x="1242" y="643"/>
                    <a:pt x="1186" y="632"/>
                    <a:pt x="1129" y="632"/>
                  </a:cubicBezTo>
                  <a:cubicBezTo>
                    <a:pt x="1007" y="632"/>
                    <a:pt x="884" y="681"/>
                    <a:pt x="819" y="789"/>
                  </a:cubicBezTo>
                  <a:lnTo>
                    <a:pt x="126" y="2017"/>
                  </a:lnTo>
                  <a:cubicBezTo>
                    <a:pt x="32" y="2175"/>
                    <a:pt x="63" y="2395"/>
                    <a:pt x="221" y="2490"/>
                  </a:cubicBezTo>
                  <a:lnTo>
                    <a:pt x="441" y="2616"/>
                  </a:lnTo>
                  <a:lnTo>
                    <a:pt x="441" y="2994"/>
                  </a:lnTo>
                  <a:lnTo>
                    <a:pt x="221" y="3120"/>
                  </a:lnTo>
                  <a:cubicBezTo>
                    <a:pt x="95" y="3183"/>
                    <a:pt x="0" y="3435"/>
                    <a:pt x="126" y="3592"/>
                  </a:cubicBezTo>
                  <a:lnTo>
                    <a:pt x="819" y="4821"/>
                  </a:lnTo>
                  <a:cubicBezTo>
                    <a:pt x="879" y="4921"/>
                    <a:pt x="989" y="4983"/>
                    <a:pt x="1102" y="4983"/>
                  </a:cubicBezTo>
                  <a:cubicBezTo>
                    <a:pt x="1168" y="4983"/>
                    <a:pt x="1234" y="4962"/>
                    <a:pt x="1292" y="4916"/>
                  </a:cubicBezTo>
                  <a:lnTo>
                    <a:pt x="1481" y="4821"/>
                  </a:lnTo>
                  <a:cubicBezTo>
                    <a:pt x="1607" y="4884"/>
                    <a:pt x="1733" y="4979"/>
                    <a:pt x="1796" y="5010"/>
                  </a:cubicBezTo>
                  <a:lnTo>
                    <a:pt x="1796" y="5231"/>
                  </a:lnTo>
                  <a:cubicBezTo>
                    <a:pt x="1796" y="5451"/>
                    <a:pt x="1953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8" y="5451"/>
                    <a:pt x="3938" y="5231"/>
                  </a:cubicBezTo>
                  <a:lnTo>
                    <a:pt x="3938" y="5010"/>
                  </a:lnTo>
                  <a:cubicBezTo>
                    <a:pt x="4064" y="4979"/>
                    <a:pt x="4159" y="4884"/>
                    <a:pt x="4253" y="4821"/>
                  </a:cubicBezTo>
                  <a:lnTo>
                    <a:pt x="4442" y="4916"/>
                  </a:lnTo>
                  <a:cubicBezTo>
                    <a:pt x="4501" y="4951"/>
                    <a:pt x="4574" y="4969"/>
                    <a:pt x="4644" y="4969"/>
                  </a:cubicBezTo>
                  <a:cubicBezTo>
                    <a:pt x="4762" y="4969"/>
                    <a:pt x="4875" y="4920"/>
                    <a:pt x="4915" y="4821"/>
                  </a:cubicBezTo>
                  <a:lnTo>
                    <a:pt x="5639" y="3592"/>
                  </a:lnTo>
                  <a:cubicBezTo>
                    <a:pt x="5702" y="3435"/>
                    <a:pt x="5671" y="3246"/>
                    <a:pt x="5513" y="3120"/>
                  </a:cubicBezTo>
                  <a:lnTo>
                    <a:pt x="5324" y="2994"/>
                  </a:lnTo>
                  <a:lnTo>
                    <a:pt x="5324" y="2616"/>
                  </a:lnTo>
                  <a:lnTo>
                    <a:pt x="5513" y="2490"/>
                  </a:lnTo>
                  <a:cubicBezTo>
                    <a:pt x="5671" y="2395"/>
                    <a:pt x="5734" y="2175"/>
                    <a:pt x="5639" y="2017"/>
                  </a:cubicBezTo>
                  <a:lnTo>
                    <a:pt x="4915" y="789"/>
                  </a:lnTo>
                  <a:cubicBezTo>
                    <a:pt x="4872" y="681"/>
                    <a:pt x="4742" y="618"/>
                    <a:pt x="4614" y="618"/>
                  </a:cubicBezTo>
                  <a:cubicBezTo>
                    <a:pt x="4553" y="618"/>
                    <a:pt x="4493" y="632"/>
                    <a:pt x="4442" y="663"/>
                  </a:cubicBezTo>
                  <a:lnTo>
                    <a:pt x="4253" y="789"/>
                  </a:lnTo>
                  <a:cubicBezTo>
                    <a:pt x="4127" y="726"/>
                    <a:pt x="4001" y="631"/>
                    <a:pt x="3938" y="599"/>
                  </a:cubicBezTo>
                  <a:lnTo>
                    <a:pt x="3938" y="347"/>
                  </a:lnTo>
                  <a:cubicBezTo>
                    <a:pt x="3938" y="158"/>
                    <a:pt x="3781" y="1"/>
                    <a:pt x="35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9901;p71">
              <a:extLst>
                <a:ext uri="{FF2B5EF4-FFF2-40B4-BE49-F238E27FC236}">
                  <a16:creationId xmlns:a16="http://schemas.microsoft.com/office/drawing/2014/main" id="{F45D82D4-7062-8576-ED9C-007048E1C6C8}"/>
                </a:ext>
              </a:extLst>
            </p:cNvPr>
            <p:cNvSpPr/>
            <p:nvPr/>
          </p:nvSpPr>
          <p:spPr>
            <a:xfrm>
              <a:off x="-44403625" y="2107275"/>
              <a:ext cx="53575" cy="52800"/>
            </a:xfrm>
            <a:custGeom>
              <a:avLst/>
              <a:gdLst/>
              <a:ahLst/>
              <a:cxnLst/>
              <a:rect l="l" t="t" r="r" b="b"/>
              <a:pathLst>
                <a:path w="2143" h="2112" extrusionOk="0">
                  <a:moveTo>
                    <a:pt x="1072" y="662"/>
                  </a:moveTo>
                  <a:cubicBezTo>
                    <a:pt x="1261" y="662"/>
                    <a:pt x="1418" y="820"/>
                    <a:pt x="1418" y="1009"/>
                  </a:cubicBezTo>
                  <a:cubicBezTo>
                    <a:pt x="1418" y="1198"/>
                    <a:pt x="1261" y="1355"/>
                    <a:pt x="1072" y="1355"/>
                  </a:cubicBezTo>
                  <a:cubicBezTo>
                    <a:pt x="882" y="1355"/>
                    <a:pt x="725" y="1198"/>
                    <a:pt x="725" y="1009"/>
                  </a:cubicBezTo>
                  <a:cubicBezTo>
                    <a:pt x="725" y="820"/>
                    <a:pt x="882" y="662"/>
                    <a:pt x="1072" y="662"/>
                  </a:cubicBezTo>
                  <a:close/>
                  <a:moveTo>
                    <a:pt x="1072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2"/>
                    <a:pt x="1072" y="2112"/>
                  </a:cubicBezTo>
                  <a:cubicBezTo>
                    <a:pt x="1670" y="2112"/>
                    <a:pt x="2143" y="1639"/>
                    <a:pt x="2143" y="1040"/>
                  </a:cubicBezTo>
                  <a:cubicBezTo>
                    <a:pt x="2143" y="473"/>
                    <a:pt x="1670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0; 0.2,0.5; 0.8,0.5; 1,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" grpId="0" build="p"/>
      <p:bldP spid="423" grpId="0" build="p"/>
      <p:bldP spid="424" grpId="0" build="p"/>
      <p:bldP spid="425" grpId="0" build="p"/>
      <p:bldP spid="426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5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>
            <a:spLocks noGrp="1" noEditPoints="1"/>
          </p:cNvSpPr>
          <p:nvPr>
            <p:ph type="ctrTitle"/>
          </p:nvPr>
        </p:nvSpPr>
        <p:spPr>
          <a:xfrm>
            <a:off x="2052825" y="672445"/>
            <a:ext cx="6860355" cy="248198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dirty="0">
                <a:solidFill>
                  <a:srgbClr val="FFCC00"/>
                </a:solidFill>
              </a:rPr>
              <a:t>Thank You</a:t>
            </a:r>
            <a:endParaRPr dirty="0">
              <a:solidFill>
                <a:srgbClr val="FFCC00"/>
              </a:solidFill>
            </a:endParaRPr>
          </a:p>
        </p:txBody>
      </p:sp>
      <p:cxnSp>
        <p:nvCxnSpPr>
          <p:cNvPr id="283" name="Google Shape;283;p29"/>
          <p:cNvCxnSpPr/>
          <p:nvPr/>
        </p:nvCxnSpPr>
        <p:spPr>
          <a:xfrm rot="10800000">
            <a:off x="2510700" y="2388345"/>
            <a:ext cx="412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Google Shape;689;p55"/>
          <p:cNvPicPr preferRelativeResize="0"/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447225" y="3757035"/>
            <a:ext cx="1782250" cy="128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690;p55"/>
          <p:cNvPicPr preferRelativeResize="0"/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 flipH="1">
            <a:off x="3473682" y="2469725"/>
            <a:ext cx="2539536" cy="181484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3253913" y="4377884"/>
            <a:ext cx="2979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CC00"/>
                </a:solidFill>
                <a:latin typeface="Montserrat ExtraBold" panose="00000900000000000000" pitchFamily="2" charset="0"/>
              </a:rPr>
              <a:t>Any Questions 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 0 L 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>
            <a:spLocks noGrp="1" noEditPoints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Presented by</a:t>
            </a:r>
            <a:endParaRPr dirty="0"/>
          </a:p>
        </p:txBody>
      </p:sp>
      <p:graphicFrame>
        <p:nvGraphicFramePr>
          <p:cNvPr id="289" name="Google Shape;289;p30"/>
          <p:cNvGraphicFramePr/>
          <p:nvPr/>
        </p:nvGraphicFramePr>
        <p:xfrm>
          <a:off x="720000" y="1310025"/>
          <a:ext cx="7704000" cy="2169150"/>
        </p:xfrm>
        <a:graphic>
          <a:graphicData uri="http://schemas.openxmlformats.org/drawingml/2006/table">
            <a:tbl>
              <a:tblPr>
                <a:noFill/>
                <a:tableStyleId>{3D0EB4C6-B8E4-40DF-850D-9352D601E4A8}</a:tableStyleId>
              </a:tblPr>
              <a:tblGrid>
                <a:gridCol w="375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 panose="00000500000000000000" pitchFamily="2" charset="0"/>
                          <a:cs typeface="Montserrat" panose="00000500000000000000" pitchFamily="2" charset="0"/>
                          <a:sym typeface="Montserrat" panose="00000500000000000000" pitchFamily="2" charset="0"/>
                        </a:rPr>
                        <a:t>Name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 panose="00000500000000000000" pitchFamily="2" charset="0"/>
                        <a:cs typeface="Montserrat" panose="00000500000000000000" pitchFamily="2" charset="0"/>
                        <a:sym typeface="Montserrat" panose="00000500000000000000" pitchFamily="2" charset="0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 panose="020B0604020202020204" pitchFamily="2" charset="0"/>
                          <a:ea typeface="DM Sans" panose="020B0604020202020204" pitchFamily="2" charset="0"/>
                          <a:cs typeface="DM Sans" panose="020B0604020202020204" pitchFamily="2" charset="0"/>
                          <a:sym typeface="DM Sans" panose="020B0604020202020204" pitchFamily="2" charset="0"/>
                        </a:rPr>
                        <a:t>ID</a:t>
                      </a:r>
                      <a:endParaRPr sz="1800" b="1" dirty="0">
                        <a:solidFill>
                          <a:schemeClr val="dk1"/>
                        </a:solidFill>
                        <a:latin typeface="DM Sans" panose="020B0604020202020204" pitchFamily="2" charset="0"/>
                        <a:ea typeface="DM Sans" panose="020B0604020202020204" pitchFamily="2" charset="0"/>
                        <a:cs typeface="DM Sans" panose="020B0604020202020204" pitchFamily="2" charset="0"/>
                        <a:sym typeface="DM Sans" panose="020B0604020202020204" pitchFamily="2" charset="0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hlink"/>
                          </a:solidFill>
                          <a:latin typeface="Montserrat" panose="00000500000000000000" pitchFamily="2" charset="0"/>
                          <a:ea typeface="Montserrat" panose="00000500000000000000" pitchFamily="2" charset="0"/>
                          <a:cs typeface="Montserrat" panose="00000500000000000000" pitchFamily="2" charset="0"/>
                          <a:sym typeface="Montserrat" panose="00000500000000000000" pitchFamily="2" charset="0"/>
                        </a:rPr>
                        <a:t>Rawan Ehab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 panose="00000500000000000000" pitchFamily="2" charset="0"/>
                        <a:cs typeface="Montserrat" panose="00000500000000000000" pitchFamily="2" charset="0"/>
                        <a:sym typeface="Montserrat" panose="00000500000000000000" pitchFamily="2" charset="0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 panose="020B0604020202020204" pitchFamily="2" charset="0"/>
                          <a:ea typeface="DM Sans" panose="020B0604020202020204" pitchFamily="2" charset="0"/>
                          <a:cs typeface="DM Sans" panose="020B0604020202020204" pitchFamily="2" charset="0"/>
                          <a:sym typeface="DM Sans" panose="020B0604020202020204" pitchFamily="2" charset="0"/>
                        </a:rPr>
                        <a:t>20220133</a:t>
                      </a:r>
                      <a:endParaRPr sz="1800" b="1" dirty="0">
                        <a:solidFill>
                          <a:schemeClr val="dk1"/>
                        </a:solidFill>
                        <a:latin typeface="DM Sans" panose="020B0604020202020204" pitchFamily="2" charset="0"/>
                        <a:ea typeface="DM Sans" panose="020B0604020202020204" pitchFamily="2" charset="0"/>
                        <a:cs typeface="DM Sans" panose="020B0604020202020204" pitchFamily="2" charset="0"/>
                        <a:sym typeface="DM Sans" panose="020B0604020202020204" pitchFamily="2" charset="0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hlink"/>
                          </a:solidFill>
                          <a:latin typeface="Montserrat" panose="00000500000000000000" pitchFamily="2" charset="0"/>
                          <a:ea typeface="Montserrat" panose="00000500000000000000" pitchFamily="2" charset="0"/>
                          <a:cs typeface="Montserrat" panose="00000500000000000000" pitchFamily="2" charset="0"/>
                          <a:sym typeface="Montserrat" panose="00000500000000000000" pitchFamily="2" charset="0"/>
                        </a:rPr>
                        <a:t>Mohamed Osama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 panose="00000500000000000000" pitchFamily="2" charset="0"/>
                        <a:cs typeface="Montserrat" panose="00000500000000000000" pitchFamily="2" charset="0"/>
                        <a:sym typeface="Montserrat" panose="00000500000000000000" pitchFamily="2" charset="0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 panose="020B0604020202020204" pitchFamily="2" charset="0"/>
                          <a:ea typeface="DM Sans" panose="020B0604020202020204" pitchFamily="2" charset="0"/>
                          <a:cs typeface="DM Sans" panose="020B0604020202020204" pitchFamily="2" charset="0"/>
                          <a:sym typeface="DM Sans" panose="020B0604020202020204" pitchFamily="2" charset="0"/>
                        </a:rPr>
                        <a:t>20220477</a:t>
                      </a:r>
                      <a:endParaRPr sz="1800" b="1" dirty="0">
                        <a:solidFill>
                          <a:schemeClr val="dk1"/>
                        </a:solidFill>
                        <a:latin typeface="DM Sans" panose="020B0604020202020204" pitchFamily="2" charset="0"/>
                        <a:ea typeface="DM Sans" panose="020B0604020202020204" pitchFamily="2" charset="0"/>
                        <a:cs typeface="DM Sans" panose="020B0604020202020204" pitchFamily="2" charset="0"/>
                        <a:sym typeface="DM Sans" panose="020B0604020202020204" pitchFamily="2" charset="0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hlink"/>
                          </a:solidFill>
                          <a:latin typeface="Montserrat" panose="00000500000000000000" pitchFamily="2" charset="0"/>
                          <a:ea typeface="Montserrat" panose="00000500000000000000" pitchFamily="2" charset="0"/>
                          <a:cs typeface="Montserrat" panose="00000500000000000000" pitchFamily="2" charset="0"/>
                          <a:sym typeface="Montserrat" panose="00000500000000000000" pitchFamily="2" charset="0"/>
                        </a:rPr>
                        <a:t>Ibrahim Medhat 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 panose="00000500000000000000" pitchFamily="2" charset="0"/>
                        <a:cs typeface="Montserrat" panose="00000500000000000000" pitchFamily="2" charset="0"/>
                        <a:sym typeface="Montserrat" panose="00000500000000000000" pitchFamily="2" charset="0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 panose="020B0604020202020204" pitchFamily="2" charset="0"/>
                          <a:ea typeface="DM Sans" panose="020B0604020202020204" pitchFamily="2" charset="0"/>
                          <a:cs typeface="DM Sans" panose="020B0604020202020204" pitchFamily="2" charset="0"/>
                          <a:sym typeface="DM Sans" panose="020B0604020202020204" pitchFamily="2" charset="0"/>
                        </a:rPr>
                        <a:t>20221003</a:t>
                      </a:r>
                      <a:endParaRPr sz="1800" b="1" dirty="0">
                        <a:solidFill>
                          <a:schemeClr val="dk1"/>
                        </a:solidFill>
                        <a:latin typeface="DM Sans" panose="020B0604020202020204" pitchFamily="2" charset="0"/>
                        <a:ea typeface="DM Sans" panose="020B0604020202020204" pitchFamily="2" charset="0"/>
                        <a:cs typeface="DM Sans" panose="020B0604020202020204" pitchFamily="2" charset="0"/>
                        <a:sym typeface="DM Sans" panose="020B0604020202020204" pitchFamily="2" charset="0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 panose="00000500000000000000" pitchFamily="2" charset="0"/>
                          <a:cs typeface="Montserrat" panose="00000500000000000000" pitchFamily="2" charset="0"/>
                          <a:sym typeface="Montserrat" panose="00000500000000000000" pitchFamily="2" charset="0"/>
                        </a:rPr>
                        <a:t>Ghassan Tarek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 panose="00000500000000000000" pitchFamily="2" charset="0"/>
                        <a:cs typeface="Montserrat" panose="00000500000000000000" pitchFamily="2" charset="0"/>
                        <a:sym typeface="Montserrat" panose="00000500000000000000" pitchFamily="2" charset="0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 panose="020B0604020202020204" pitchFamily="2" charset="0"/>
                          <a:ea typeface="DM Sans" panose="020B0604020202020204" pitchFamily="2" charset="0"/>
                          <a:cs typeface="DM Sans" panose="020B0604020202020204" pitchFamily="2" charset="0"/>
                          <a:sym typeface="DM Sans" panose="020B0604020202020204" pitchFamily="2" charset="0"/>
                        </a:rPr>
                        <a:t>20220239</a:t>
                      </a:r>
                      <a:endParaRPr sz="1800" b="1" dirty="0">
                        <a:solidFill>
                          <a:schemeClr val="dk1"/>
                        </a:solidFill>
                        <a:latin typeface="DM Sans" panose="020B0604020202020204" pitchFamily="2" charset="0"/>
                        <a:ea typeface="DM Sans" panose="020B0604020202020204" pitchFamily="2" charset="0"/>
                        <a:cs typeface="DM Sans" panose="020B0604020202020204" pitchFamily="2" charset="0"/>
                        <a:sym typeface="DM Sans" panose="020B0604020202020204" pitchFamily="2" charset="0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 panose="00000500000000000000" pitchFamily="2" charset="0"/>
                          <a:cs typeface="Montserrat" panose="00000500000000000000" pitchFamily="2" charset="0"/>
                          <a:sym typeface="Montserrat" panose="00000500000000000000" pitchFamily="2" charset="0"/>
                        </a:rPr>
                        <a:t>Abdelrahman Ashraf</a:t>
                      </a:r>
                      <a:endParaRPr sz="1800" b="1" u="none" dirty="0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 panose="00000500000000000000" pitchFamily="2" charset="0"/>
                        <a:cs typeface="Montserrat" panose="00000500000000000000" pitchFamily="2" charset="0"/>
                        <a:sym typeface="Montserrat" panose="00000500000000000000" pitchFamily="2" charset="0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M Sans" panose="020B0604020202020204" pitchFamily="2" charset="0"/>
                          <a:ea typeface="DM Sans" panose="020B0604020202020204" pitchFamily="2" charset="0"/>
                          <a:cs typeface="DM Sans" panose="020B0604020202020204" pitchFamily="2" charset="0"/>
                          <a:sym typeface="DM Sans" panose="020B0604020202020204" pitchFamily="2" charset="0"/>
                        </a:rPr>
                        <a:t>20220189</a:t>
                      </a:r>
                      <a:endParaRPr sz="1800" b="1" dirty="0">
                        <a:solidFill>
                          <a:schemeClr val="dk1"/>
                        </a:solidFill>
                        <a:latin typeface="DM Sans" panose="020B0604020202020204" pitchFamily="2" charset="0"/>
                        <a:ea typeface="DM Sans" panose="020B0604020202020204" pitchFamily="2" charset="0"/>
                        <a:cs typeface="DM Sans" panose="020B0604020202020204" pitchFamily="2" charset="0"/>
                        <a:sym typeface="DM Sans" panose="020B0604020202020204" pitchFamily="2" charset="0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1" name="Google Shape;291;p30"/>
          <p:cNvSpPr txBox="1"/>
          <p:nvPr/>
        </p:nvSpPr>
        <p:spPr>
          <a:xfrm>
            <a:off x="2566413" y="3771475"/>
            <a:ext cx="4011174" cy="964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 dirty="0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rPr>
              <a:t>Under Supervision of</a:t>
            </a:r>
            <a:br>
              <a:rPr lang="en" sz="2000" b="1" dirty="0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rPr>
            </a:br>
            <a:r>
              <a:rPr lang="en" sz="2000" b="1" dirty="0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rPr>
              <a:t>Dr. Sally Kassem </a:t>
            </a: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M Sans" panose="020B0604020202020204" pitchFamily="2" charset="0"/>
                <a:ea typeface="DM Sans" panose="020B0604020202020204" pitchFamily="2" charset="0"/>
                <a:cs typeface="DM Sans" panose="020B0604020202020204" pitchFamily="2" charset="0"/>
                <a:sym typeface="DM Sans" panose="020B0604020202020204" pitchFamily="2" charset="0"/>
              </a:rPr>
              <a:t>Eng. Rawaa Hesham</a:t>
            </a:r>
            <a:endParaRPr sz="2000" b="1" dirty="0">
              <a:solidFill>
                <a:schemeClr val="dk1"/>
              </a:solidFill>
              <a:latin typeface="DM Sans" panose="020B0604020202020204" pitchFamily="2" charset="0"/>
              <a:ea typeface="DM Sans" panose="020B0604020202020204" pitchFamily="2" charset="0"/>
              <a:cs typeface="DM Sans" panose="020B0604020202020204" pitchFamily="2" charset="0"/>
              <a:sym typeface="DM Sans" panose="020B0604020202020204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07665" y="3660338"/>
            <a:ext cx="1240366" cy="11348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20000" y="3660338"/>
            <a:ext cx="730794" cy="10381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ndoor Soccer Club by Slidesgo">
  <a:themeElements>
    <a:clrScheme name="Simple Light">
      <a:dk1>
        <a:srgbClr val="FFFFFF"/>
      </a:dk1>
      <a:lt1>
        <a:srgbClr val="007637"/>
      </a:lt1>
      <a:dk2>
        <a:srgbClr val="00B056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1978</TotalTime>
  <Words>1319</Words>
  <Application>Microsoft Office PowerPoint</Application>
  <PresentationFormat>On-screen Show (16:9)</PresentationFormat>
  <Paragraphs>233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DM Sans</vt:lpstr>
      <vt:lpstr>Lato</vt:lpstr>
      <vt:lpstr>Montserrat</vt:lpstr>
      <vt:lpstr>Montserrat ExtraBold</vt:lpstr>
      <vt:lpstr>Wingdings</vt:lpstr>
      <vt:lpstr>Indoor Soccer Club by Slidesgo</vt:lpstr>
      <vt:lpstr>Optimizing the Egyptian Premier League Schedule</vt:lpstr>
      <vt:lpstr>Table of contents</vt:lpstr>
      <vt:lpstr>INTRODUCTION</vt:lpstr>
      <vt:lpstr>The origin of the story </vt:lpstr>
      <vt:lpstr>Our Goal</vt:lpstr>
      <vt:lpstr>BACKGROUND</vt:lpstr>
      <vt:lpstr>Sports Scheduling as an Optimization Problem</vt:lpstr>
      <vt:lpstr>Fairness &amp; Travel</vt:lpstr>
      <vt:lpstr>The Egyptian Gap</vt:lpstr>
      <vt:lpstr>PROJECT DATA</vt:lpstr>
      <vt:lpstr>Data Collection</vt:lpstr>
      <vt:lpstr>Data Architecture</vt:lpstr>
      <vt:lpstr>MATHEMATICAL MODEL</vt:lpstr>
      <vt:lpstr>Sets &amp; Parameters </vt:lpstr>
      <vt:lpstr>DECISION VARIABLES</vt:lpstr>
      <vt:lpstr>HARD CONSTRAINTS</vt:lpstr>
      <vt:lpstr>Objective Function</vt:lpstr>
      <vt:lpstr>SOLUTION METHODOLOGY</vt:lpstr>
      <vt:lpstr>Component Diagram</vt:lpstr>
      <vt:lpstr>PowerPoint Presentation</vt:lpstr>
      <vt:lpstr>INSIGHTS &amp; VISUALIZATION</vt:lpstr>
      <vt:lpstr>PowerPoint Presentation</vt:lpstr>
      <vt:lpstr>Schedule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USER INTERFACE</vt:lpstr>
      <vt:lpstr>Dashboard Screenshots </vt:lpstr>
      <vt:lpstr>Dashboard Screenshots </vt:lpstr>
      <vt:lpstr>Dashboard Screenshots </vt:lpstr>
      <vt:lpstr>CONCLUSION &amp; FUTURE WORK</vt:lpstr>
      <vt:lpstr>Key Achievements</vt:lpstr>
      <vt:lpstr>Future Work</vt:lpstr>
      <vt:lpstr>Thank You</vt:lpstr>
      <vt:lpstr>Presented by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the Egyptian Premier League Schedule</dc:title>
  <dc:creator>rawan</dc:creator>
  <cp:lastModifiedBy>Ibrahem Medhat</cp:lastModifiedBy>
  <cp:revision>91</cp:revision>
  <dcterms:modified xsi:type="dcterms:W3CDTF">2026-07-08T19:46:44Z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0x01010058EF0F6A95660A4A8A96CF00B1CF5037</vt:lpwstr>
  </property>
</Properties>
</file>